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7" r:id="rId2"/>
    <p:sldId id="258" r:id="rId3"/>
    <p:sldId id="280" r:id="rId4"/>
    <p:sldId id="292" r:id="rId5"/>
    <p:sldId id="293" r:id="rId6"/>
    <p:sldId id="294" r:id="rId7"/>
    <p:sldId id="287" r:id="rId8"/>
    <p:sldId id="297" r:id="rId9"/>
    <p:sldId id="289" r:id="rId10"/>
    <p:sldId id="298" r:id="rId11"/>
    <p:sldId id="281" r:id="rId12"/>
    <p:sldId id="283" r:id="rId13"/>
    <p:sldId id="295" r:id="rId14"/>
    <p:sldId id="296" r:id="rId15"/>
    <p:sldId id="262" r:id="rId16"/>
    <p:sldId id="263" r:id="rId17"/>
    <p:sldId id="286" r:id="rId18"/>
    <p:sldId id="299" r:id="rId19"/>
  </p:sldIdLst>
  <p:sldSz cx="12192000" cy="6858000"/>
  <p:notesSz cx="6834188" cy="99790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Isabell" id="{0F13B9AF-7291-46BE-9778-563CCB1D9E93}">
          <p14:sldIdLst>
            <p14:sldId id="257"/>
            <p14:sldId id="258"/>
            <p14:sldId id="280"/>
          </p14:sldIdLst>
        </p14:section>
        <p14:section name="Backend" id="{58D8CBE3-89A7-4794-BED5-FF0F6D0EDA5C}">
          <p14:sldIdLst>
            <p14:sldId id="292"/>
            <p14:sldId id="293"/>
            <p14:sldId id="294"/>
          </p14:sldIdLst>
        </p14:section>
        <p14:section name="Frontend" id="{19E6FF23-AE20-4F20-8A05-DC9440948F9F}">
          <p14:sldIdLst>
            <p14:sldId id="287"/>
            <p14:sldId id="297"/>
            <p14:sldId id="289"/>
            <p14:sldId id="298"/>
            <p14:sldId id="281"/>
            <p14:sldId id="283"/>
          </p14:sldIdLst>
        </p14:section>
        <p14:section name="Analyse-Shiny" id="{E0CDCE03-1055-410C-9862-23796152B63D}">
          <p14:sldIdLst>
            <p14:sldId id="295"/>
            <p14:sldId id="296"/>
            <p14:sldId id="262"/>
            <p14:sldId id="263"/>
            <p14:sldId id="286"/>
            <p14:sldId id="2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i8W2zObHTBb4ZEnEuNdamQwdgX0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hilip Esswein" initials="PE" lastIdx="2" clrIdx="0">
    <p:extLst>
      <p:ext uri="{19B8F6BF-5375-455C-9EA6-DF929625EA0E}">
        <p15:presenceInfo xmlns:p15="http://schemas.microsoft.com/office/powerpoint/2012/main" userId="c2fc14ab77dec2c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B74C"/>
    <a:srgbClr val="4CDB4C"/>
    <a:srgbClr val="FFDBDB"/>
    <a:srgbClr val="FF9393"/>
    <a:srgbClr val="FFB7B7"/>
    <a:srgbClr val="FFC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DAA71-C9ED-0E68-E1FB-1C76C0F70FCC}" v="8" dt="2025-06-29T18:32:43.639"/>
  </p1510:revLst>
</p1510:revInfo>
</file>

<file path=ppt/tableStyles.xml><?xml version="1.0" encoding="utf-8"?>
<a:tblStyleLst xmlns:a="http://schemas.openxmlformats.org/drawingml/2006/main" def="{F4770C50-7F62-4B46-9F4F-F6DB74FDC8AF}">
  <a:tblStyle styleId="{F4770C50-7F62-4B46-9F4F-F6DB74FDC8A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7EA"/>
          </a:solidFill>
        </a:fill>
      </a:tcStyle>
    </a:wholeTbl>
    <a:band1H>
      <a:tcTxStyle/>
      <a:tcStyle>
        <a:tcBdr/>
        <a:fill>
          <a:solidFill>
            <a:srgbClr val="CACDD3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DD3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>
        <p:guide orient="horz" pos="213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402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6CD522-07BB-BE48-966E-887E5FDCC3B1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0A46F31C-B5A5-D545-ADE4-C8353BC28CE3}">
      <dgm:prSet phldrT="[Text]"/>
      <dgm:spPr/>
      <dgm:t>
        <a:bodyPr/>
        <a:lstStyle/>
        <a:p>
          <a:r>
            <a:rPr lang="en-GB" noProof="0" dirty="0" err="1"/>
            <a:t>shinyApp</a:t>
          </a:r>
          <a:endParaRPr lang="en-GB" noProof="0" dirty="0"/>
        </a:p>
      </dgm:t>
    </dgm:pt>
    <dgm:pt modelId="{FA3D2EF9-A2CE-D641-B4E7-32AF22E227EF}" type="parTrans" cxnId="{74B746AB-5D59-0041-89DF-0AF8FF026194}">
      <dgm:prSet/>
      <dgm:spPr/>
      <dgm:t>
        <a:bodyPr/>
        <a:lstStyle/>
        <a:p>
          <a:endParaRPr lang="de-DE"/>
        </a:p>
      </dgm:t>
    </dgm:pt>
    <dgm:pt modelId="{9E7FD6F3-596B-F44C-A21F-5F82138D9E1A}" type="sibTrans" cxnId="{74B746AB-5D59-0041-89DF-0AF8FF026194}">
      <dgm:prSet/>
      <dgm:spPr/>
      <dgm:t>
        <a:bodyPr/>
        <a:lstStyle/>
        <a:p>
          <a:endParaRPr lang="de-DE"/>
        </a:p>
      </dgm:t>
    </dgm:pt>
    <dgm:pt modelId="{424326D0-CA0C-4A46-9559-869149EBD775}" type="asst">
      <dgm:prSet phldrT="[Text]"/>
      <dgm:spPr/>
      <dgm:t>
        <a:bodyPr/>
        <a:lstStyle/>
        <a:p>
          <a:r>
            <a:rPr lang="en-GB" noProof="0" dirty="0" err="1"/>
            <a:t>global.R</a:t>
          </a:r>
          <a:endParaRPr lang="en-GB" noProof="0" dirty="0"/>
        </a:p>
      </dgm:t>
    </dgm:pt>
    <dgm:pt modelId="{E0FFE75C-2B82-174F-BFCA-BFF59589131D}" type="parTrans" cxnId="{D3359908-6846-AE4C-B867-CCAEB1B5549A}">
      <dgm:prSet/>
      <dgm:spPr/>
      <dgm:t>
        <a:bodyPr/>
        <a:lstStyle/>
        <a:p>
          <a:endParaRPr lang="de-DE"/>
        </a:p>
      </dgm:t>
    </dgm:pt>
    <dgm:pt modelId="{29E47602-512F-B545-9BC8-23C10F6FDD67}" type="sibTrans" cxnId="{D3359908-6846-AE4C-B867-CCAEB1B5549A}">
      <dgm:prSet/>
      <dgm:spPr/>
      <dgm:t>
        <a:bodyPr/>
        <a:lstStyle/>
        <a:p>
          <a:endParaRPr lang="de-DE"/>
        </a:p>
      </dgm:t>
    </dgm:pt>
    <dgm:pt modelId="{064C4B05-9363-C84C-B8D8-E06DB4B12D65}" type="asst">
      <dgm:prSet/>
      <dgm:spPr/>
      <dgm:t>
        <a:bodyPr/>
        <a:lstStyle/>
        <a:p>
          <a:r>
            <a:rPr lang="en-GB" noProof="0" dirty="0" err="1"/>
            <a:t>server.R</a:t>
          </a:r>
          <a:endParaRPr lang="en-GB" noProof="0" dirty="0"/>
        </a:p>
      </dgm:t>
    </dgm:pt>
    <dgm:pt modelId="{ED906E28-0756-1B4E-B619-99C5E1059C6F}" type="parTrans" cxnId="{C28C76CB-E429-5C4F-AFD8-D27EDC005887}">
      <dgm:prSet/>
      <dgm:spPr/>
      <dgm:t>
        <a:bodyPr/>
        <a:lstStyle/>
        <a:p>
          <a:endParaRPr lang="de-DE"/>
        </a:p>
      </dgm:t>
    </dgm:pt>
    <dgm:pt modelId="{DF4FECFD-E8CE-994E-9809-0D11B1853E9E}" type="sibTrans" cxnId="{C28C76CB-E429-5C4F-AFD8-D27EDC005887}">
      <dgm:prSet/>
      <dgm:spPr/>
      <dgm:t>
        <a:bodyPr/>
        <a:lstStyle/>
        <a:p>
          <a:endParaRPr lang="de-DE"/>
        </a:p>
      </dgm:t>
    </dgm:pt>
    <dgm:pt modelId="{26CF47AB-F7E6-4F46-BC54-94CE0545ACB3}" type="asst">
      <dgm:prSet/>
      <dgm:spPr/>
      <dgm:t>
        <a:bodyPr/>
        <a:lstStyle/>
        <a:p>
          <a:r>
            <a:rPr lang="en-GB" noProof="0" dirty="0" err="1"/>
            <a:t>ui.R</a:t>
          </a:r>
          <a:endParaRPr lang="en-GB" noProof="0" dirty="0"/>
        </a:p>
      </dgm:t>
    </dgm:pt>
    <dgm:pt modelId="{6B012D81-5790-3E40-B70E-29B65898DC2F}" type="parTrans" cxnId="{74FD7F74-CC2E-0F40-835D-604FA581A607}">
      <dgm:prSet/>
      <dgm:spPr/>
      <dgm:t>
        <a:bodyPr/>
        <a:lstStyle/>
        <a:p>
          <a:endParaRPr lang="de-DE"/>
        </a:p>
      </dgm:t>
    </dgm:pt>
    <dgm:pt modelId="{47B561D8-CD10-8543-A836-8D42DB9005BF}" type="sibTrans" cxnId="{74FD7F74-CC2E-0F40-835D-604FA581A607}">
      <dgm:prSet/>
      <dgm:spPr/>
      <dgm:t>
        <a:bodyPr/>
        <a:lstStyle/>
        <a:p>
          <a:endParaRPr lang="de-DE"/>
        </a:p>
      </dgm:t>
    </dgm:pt>
    <dgm:pt modelId="{EF45F285-83BB-D74C-860C-9F1BFE10EC30}" type="pres">
      <dgm:prSet presAssocID="{646CD522-07BB-BE48-966E-887E5FDCC3B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58AB5AA-B327-D346-AFBC-8991A28DEA80}" type="pres">
      <dgm:prSet presAssocID="{0A46F31C-B5A5-D545-ADE4-C8353BC28CE3}" presName="hierRoot1" presStyleCnt="0">
        <dgm:presLayoutVars>
          <dgm:hierBranch val="init"/>
        </dgm:presLayoutVars>
      </dgm:prSet>
      <dgm:spPr/>
    </dgm:pt>
    <dgm:pt modelId="{AAD4199B-E495-354F-AE35-8364AB35E029}" type="pres">
      <dgm:prSet presAssocID="{0A46F31C-B5A5-D545-ADE4-C8353BC28CE3}" presName="rootComposite1" presStyleCnt="0"/>
      <dgm:spPr/>
    </dgm:pt>
    <dgm:pt modelId="{3A551A75-3AFC-394C-B5BA-E47310038246}" type="pres">
      <dgm:prSet presAssocID="{0A46F31C-B5A5-D545-ADE4-C8353BC28CE3}" presName="rootText1" presStyleLbl="node0" presStyleIdx="0" presStyleCnt="1" custLinFactNeighborX="-493" custLinFactNeighborY="-39806">
        <dgm:presLayoutVars>
          <dgm:chPref val="3"/>
        </dgm:presLayoutVars>
      </dgm:prSet>
      <dgm:spPr/>
    </dgm:pt>
    <dgm:pt modelId="{3DF7CAD7-3674-9A42-928E-DE1E4A090A67}" type="pres">
      <dgm:prSet presAssocID="{0A46F31C-B5A5-D545-ADE4-C8353BC28CE3}" presName="rootConnector1" presStyleLbl="node1" presStyleIdx="0" presStyleCnt="0"/>
      <dgm:spPr/>
    </dgm:pt>
    <dgm:pt modelId="{6F22F7FF-5E93-AB4A-8EC1-286EBE6C05F0}" type="pres">
      <dgm:prSet presAssocID="{0A46F31C-B5A5-D545-ADE4-C8353BC28CE3}" presName="hierChild2" presStyleCnt="0"/>
      <dgm:spPr/>
    </dgm:pt>
    <dgm:pt modelId="{F7F6C6A3-3EAD-1649-9191-F326AD88A116}" type="pres">
      <dgm:prSet presAssocID="{0A46F31C-B5A5-D545-ADE4-C8353BC28CE3}" presName="hierChild3" presStyleCnt="0"/>
      <dgm:spPr/>
    </dgm:pt>
    <dgm:pt modelId="{32F5BB4F-2A88-314F-A156-D8209EA95BF3}" type="pres">
      <dgm:prSet presAssocID="{E0FFE75C-2B82-174F-BFCA-BFF59589131D}" presName="Name111" presStyleLbl="parChTrans1D2" presStyleIdx="0" presStyleCnt="3"/>
      <dgm:spPr/>
    </dgm:pt>
    <dgm:pt modelId="{358A1211-3159-714F-A716-A3BB76891299}" type="pres">
      <dgm:prSet presAssocID="{424326D0-CA0C-4A46-9559-869149EBD775}" presName="hierRoot3" presStyleCnt="0">
        <dgm:presLayoutVars>
          <dgm:hierBranch val="init"/>
        </dgm:presLayoutVars>
      </dgm:prSet>
      <dgm:spPr/>
    </dgm:pt>
    <dgm:pt modelId="{E209BC9B-EC4A-ED4F-A058-F13FF1DE5E04}" type="pres">
      <dgm:prSet presAssocID="{424326D0-CA0C-4A46-9559-869149EBD775}" presName="rootComposite3" presStyleCnt="0"/>
      <dgm:spPr/>
    </dgm:pt>
    <dgm:pt modelId="{A3680C73-FB19-1E46-BBB9-F728F323E29E}" type="pres">
      <dgm:prSet presAssocID="{424326D0-CA0C-4A46-9559-869149EBD775}" presName="rootText3" presStyleLbl="asst1" presStyleIdx="0" presStyleCnt="3" custLinFactX="19499" custLinFactNeighborX="100000" custLinFactNeighborY="-68622">
        <dgm:presLayoutVars>
          <dgm:chPref val="3"/>
        </dgm:presLayoutVars>
      </dgm:prSet>
      <dgm:spPr/>
    </dgm:pt>
    <dgm:pt modelId="{9FA54A59-18EB-B64A-9FBA-B3974A1C00BD}" type="pres">
      <dgm:prSet presAssocID="{424326D0-CA0C-4A46-9559-869149EBD775}" presName="rootConnector3" presStyleLbl="asst1" presStyleIdx="0" presStyleCnt="3"/>
      <dgm:spPr/>
    </dgm:pt>
    <dgm:pt modelId="{AA09472B-3589-0F4C-9F78-97A2D7354753}" type="pres">
      <dgm:prSet presAssocID="{424326D0-CA0C-4A46-9559-869149EBD775}" presName="hierChild6" presStyleCnt="0"/>
      <dgm:spPr/>
    </dgm:pt>
    <dgm:pt modelId="{4CBF593A-5E17-4648-A35F-5301910FBE7E}" type="pres">
      <dgm:prSet presAssocID="{424326D0-CA0C-4A46-9559-869149EBD775}" presName="hierChild7" presStyleCnt="0"/>
      <dgm:spPr/>
    </dgm:pt>
    <dgm:pt modelId="{1817C1E0-7FAC-314C-A708-DE472B29704D}" type="pres">
      <dgm:prSet presAssocID="{ED906E28-0756-1B4E-B619-99C5E1059C6F}" presName="Name111" presStyleLbl="parChTrans1D2" presStyleIdx="1" presStyleCnt="3"/>
      <dgm:spPr/>
    </dgm:pt>
    <dgm:pt modelId="{353EFD6A-2E15-2A4A-BC41-0ADF940BAE68}" type="pres">
      <dgm:prSet presAssocID="{064C4B05-9363-C84C-B8D8-E06DB4B12D65}" presName="hierRoot3" presStyleCnt="0">
        <dgm:presLayoutVars>
          <dgm:hierBranch val="init"/>
        </dgm:presLayoutVars>
      </dgm:prSet>
      <dgm:spPr/>
    </dgm:pt>
    <dgm:pt modelId="{027AF9F2-529E-C247-9B65-65A7DBFB0DCD}" type="pres">
      <dgm:prSet presAssocID="{064C4B05-9363-C84C-B8D8-E06DB4B12D65}" presName="rootComposite3" presStyleCnt="0"/>
      <dgm:spPr/>
    </dgm:pt>
    <dgm:pt modelId="{042FDF10-C178-9F4E-BD8B-85F3CC4AD7FF}" type="pres">
      <dgm:prSet presAssocID="{064C4B05-9363-C84C-B8D8-E06DB4B12D65}" presName="rootText3" presStyleLbl="asst1" presStyleIdx="1" presStyleCnt="3" custLinFactNeighborX="-1820" custLinFactNeighborY="39720">
        <dgm:presLayoutVars>
          <dgm:chPref val="3"/>
        </dgm:presLayoutVars>
      </dgm:prSet>
      <dgm:spPr/>
    </dgm:pt>
    <dgm:pt modelId="{851200F5-1E53-3948-9596-09C20AD2ADC0}" type="pres">
      <dgm:prSet presAssocID="{064C4B05-9363-C84C-B8D8-E06DB4B12D65}" presName="rootConnector3" presStyleLbl="asst1" presStyleIdx="1" presStyleCnt="3"/>
      <dgm:spPr/>
    </dgm:pt>
    <dgm:pt modelId="{DC9F6DF6-E217-3341-AA31-A464E5DCC277}" type="pres">
      <dgm:prSet presAssocID="{064C4B05-9363-C84C-B8D8-E06DB4B12D65}" presName="hierChild6" presStyleCnt="0"/>
      <dgm:spPr/>
    </dgm:pt>
    <dgm:pt modelId="{699701D0-DD56-6241-ABF9-7FC632A779EE}" type="pres">
      <dgm:prSet presAssocID="{064C4B05-9363-C84C-B8D8-E06DB4B12D65}" presName="hierChild7" presStyleCnt="0"/>
      <dgm:spPr/>
    </dgm:pt>
    <dgm:pt modelId="{366366E9-B4BC-3B42-856E-BA1ADA471DE6}" type="pres">
      <dgm:prSet presAssocID="{6B012D81-5790-3E40-B70E-29B65898DC2F}" presName="Name111" presStyleLbl="parChTrans1D2" presStyleIdx="2" presStyleCnt="3"/>
      <dgm:spPr/>
    </dgm:pt>
    <dgm:pt modelId="{ABBE8AF1-66DE-794C-A18D-70C2828FF0F8}" type="pres">
      <dgm:prSet presAssocID="{26CF47AB-F7E6-4F46-BC54-94CE0545ACB3}" presName="hierRoot3" presStyleCnt="0">
        <dgm:presLayoutVars>
          <dgm:hierBranch val="init"/>
        </dgm:presLayoutVars>
      </dgm:prSet>
      <dgm:spPr/>
    </dgm:pt>
    <dgm:pt modelId="{70CA9628-928E-974D-8A73-410AE5D20882}" type="pres">
      <dgm:prSet presAssocID="{26CF47AB-F7E6-4F46-BC54-94CE0545ACB3}" presName="rootComposite3" presStyleCnt="0"/>
      <dgm:spPr/>
    </dgm:pt>
    <dgm:pt modelId="{DAC0C59D-BC95-4E43-BF8E-C1C47EC0358B}" type="pres">
      <dgm:prSet presAssocID="{26CF47AB-F7E6-4F46-BC54-94CE0545ACB3}" presName="rootText3" presStyleLbl="asst1" presStyleIdx="2" presStyleCnt="3" custLinFactX="18730" custLinFactNeighborX="100000" custLinFactNeighborY="4190">
        <dgm:presLayoutVars>
          <dgm:chPref val="3"/>
        </dgm:presLayoutVars>
      </dgm:prSet>
      <dgm:spPr/>
    </dgm:pt>
    <dgm:pt modelId="{99E282D6-32FC-6D41-8519-C33EB9B6D7E6}" type="pres">
      <dgm:prSet presAssocID="{26CF47AB-F7E6-4F46-BC54-94CE0545ACB3}" presName="rootConnector3" presStyleLbl="asst1" presStyleIdx="2" presStyleCnt="3"/>
      <dgm:spPr/>
    </dgm:pt>
    <dgm:pt modelId="{E77881E0-F03C-CF4E-A531-C47EDBC0B66F}" type="pres">
      <dgm:prSet presAssocID="{26CF47AB-F7E6-4F46-BC54-94CE0545ACB3}" presName="hierChild6" presStyleCnt="0"/>
      <dgm:spPr/>
    </dgm:pt>
    <dgm:pt modelId="{E1F26C11-9607-BB40-B835-A9037CA90669}" type="pres">
      <dgm:prSet presAssocID="{26CF47AB-F7E6-4F46-BC54-94CE0545ACB3}" presName="hierChild7" presStyleCnt="0"/>
      <dgm:spPr/>
    </dgm:pt>
  </dgm:ptLst>
  <dgm:cxnLst>
    <dgm:cxn modelId="{D3359908-6846-AE4C-B867-CCAEB1B5549A}" srcId="{0A46F31C-B5A5-D545-ADE4-C8353BC28CE3}" destId="{424326D0-CA0C-4A46-9559-869149EBD775}" srcOrd="0" destOrd="0" parTransId="{E0FFE75C-2B82-174F-BFCA-BFF59589131D}" sibTransId="{29E47602-512F-B545-9BC8-23C10F6FDD67}"/>
    <dgm:cxn modelId="{C61FA50E-EC05-8B47-A0DD-07A3BF9631B6}" type="presOf" srcId="{26CF47AB-F7E6-4F46-BC54-94CE0545ACB3}" destId="{DAC0C59D-BC95-4E43-BF8E-C1C47EC0358B}" srcOrd="0" destOrd="0" presId="urn:microsoft.com/office/officeart/2005/8/layout/orgChart1"/>
    <dgm:cxn modelId="{3236F131-8BE0-DB4E-9457-FC5820B0233F}" type="presOf" srcId="{424326D0-CA0C-4A46-9559-869149EBD775}" destId="{A3680C73-FB19-1E46-BBB9-F728F323E29E}" srcOrd="0" destOrd="0" presId="urn:microsoft.com/office/officeart/2005/8/layout/orgChart1"/>
    <dgm:cxn modelId="{B6428236-B628-F747-863F-47348CA9F5CE}" type="presOf" srcId="{0A46F31C-B5A5-D545-ADE4-C8353BC28CE3}" destId="{3A551A75-3AFC-394C-B5BA-E47310038246}" srcOrd="0" destOrd="0" presId="urn:microsoft.com/office/officeart/2005/8/layout/orgChart1"/>
    <dgm:cxn modelId="{32D9AB3F-F2AF-F246-9A16-295B30012D6C}" type="presOf" srcId="{E0FFE75C-2B82-174F-BFCA-BFF59589131D}" destId="{32F5BB4F-2A88-314F-A156-D8209EA95BF3}" srcOrd="0" destOrd="0" presId="urn:microsoft.com/office/officeart/2005/8/layout/orgChart1"/>
    <dgm:cxn modelId="{96747D69-9F74-C54D-A8DB-B81303633468}" type="presOf" srcId="{26CF47AB-F7E6-4F46-BC54-94CE0545ACB3}" destId="{99E282D6-32FC-6D41-8519-C33EB9B6D7E6}" srcOrd="1" destOrd="0" presId="urn:microsoft.com/office/officeart/2005/8/layout/orgChart1"/>
    <dgm:cxn modelId="{A2A13652-6E88-084F-B063-6CC46ADE6B17}" type="presOf" srcId="{646CD522-07BB-BE48-966E-887E5FDCC3B1}" destId="{EF45F285-83BB-D74C-860C-9F1BFE10EC30}" srcOrd="0" destOrd="0" presId="urn:microsoft.com/office/officeart/2005/8/layout/orgChart1"/>
    <dgm:cxn modelId="{74FD7F74-CC2E-0F40-835D-604FA581A607}" srcId="{0A46F31C-B5A5-D545-ADE4-C8353BC28CE3}" destId="{26CF47AB-F7E6-4F46-BC54-94CE0545ACB3}" srcOrd="2" destOrd="0" parTransId="{6B012D81-5790-3E40-B70E-29B65898DC2F}" sibTransId="{47B561D8-CD10-8543-A836-8D42DB9005BF}"/>
    <dgm:cxn modelId="{9C26F478-B1B8-D640-B51D-CE95DAF09EB8}" type="presOf" srcId="{ED906E28-0756-1B4E-B619-99C5E1059C6F}" destId="{1817C1E0-7FAC-314C-A708-DE472B29704D}" srcOrd="0" destOrd="0" presId="urn:microsoft.com/office/officeart/2005/8/layout/orgChart1"/>
    <dgm:cxn modelId="{8F48C787-3475-5849-AC9B-29D58AA8F704}" type="presOf" srcId="{424326D0-CA0C-4A46-9559-869149EBD775}" destId="{9FA54A59-18EB-B64A-9FBA-B3974A1C00BD}" srcOrd="1" destOrd="0" presId="urn:microsoft.com/office/officeart/2005/8/layout/orgChart1"/>
    <dgm:cxn modelId="{7DFCB98C-5FA6-3D43-854C-2093119C8FF4}" type="presOf" srcId="{0A46F31C-B5A5-D545-ADE4-C8353BC28CE3}" destId="{3DF7CAD7-3674-9A42-928E-DE1E4A090A67}" srcOrd="1" destOrd="0" presId="urn:microsoft.com/office/officeart/2005/8/layout/orgChart1"/>
    <dgm:cxn modelId="{74B746AB-5D59-0041-89DF-0AF8FF026194}" srcId="{646CD522-07BB-BE48-966E-887E5FDCC3B1}" destId="{0A46F31C-B5A5-D545-ADE4-C8353BC28CE3}" srcOrd="0" destOrd="0" parTransId="{FA3D2EF9-A2CE-D641-B4E7-32AF22E227EF}" sibTransId="{9E7FD6F3-596B-F44C-A21F-5F82138D9E1A}"/>
    <dgm:cxn modelId="{97D50CB5-70E8-7B4E-BEE3-E026A8F8CCA6}" type="presOf" srcId="{6B012D81-5790-3E40-B70E-29B65898DC2F}" destId="{366366E9-B4BC-3B42-856E-BA1ADA471DE6}" srcOrd="0" destOrd="0" presId="urn:microsoft.com/office/officeart/2005/8/layout/orgChart1"/>
    <dgm:cxn modelId="{E0CFAAB9-88D1-2049-8049-DC4A240462F4}" type="presOf" srcId="{064C4B05-9363-C84C-B8D8-E06DB4B12D65}" destId="{042FDF10-C178-9F4E-BD8B-85F3CC4AD7FF}" srcOrd="0" destOrd="0" presId="urn:microsoft.com/office/officeart/2005/8/layout/orgChart1"/>
    <dgm:cxn modelId="{C28C76CB-E429-5C4F-AFD8-D27EDC005887}" srcId="{0A46F31C-B5A5-D545-ADE4-C8353BC28CE3}" destId="{064C4B05-9363-C84C-B8D8-E06DB4B12D65}" srcOrd="1" destOrd="0" parTransId="{ED906E28-0756-1B4E-B619-99C5E1059C6F}" sibTransId="{DF4FECFD-E8CE-994E-9809-0D11B1853E9E}"/>
    <dgm:cxn modelId="{268BF0E1-3DBE-904E-AB77-D474B7951348}" type="presOf" srcId="{064C4B05-9363-C84C-B8D8-E06DB4B12D65}" destId="{851200F5-1E53-3948-9596-09C20AD2ADC0}" srcOrd="1" destOrd="0" presId="urn:microsoft.com/office/officeart/2005/8/layout/orgChart1"/>
    <dgm:cxn modelId="{FE5F2598-C914-DC42-9934-BE0D4B053354}" type="presParOf" srcId="{EF45F285-83BB-D74C-860C-9F1BFE10EC30}" destId="{958AB5AA-B327-D346-AFBC-8991A28DEA80}" srcOrd="0" destOrd="0" presId="urn:microsoft.com/office/officeart/2005/8/layout/orgChart1"/>
    <dgm:cxn modelId="{5BEB62A0-C11D-6C4E-ABBC-0054352C5FB8}" type="presParOf" srcId="{958AB5AA-B327-D346-AFBC-8991A28DEA80}" destId="{AAD4199B-E495-354F-AE35-8364AB35E029}" srcOrd="0" destOrd="0" presId="urn:microsoft.com/office/officeart/2005/8/layout/orgChart1"/>
    <dgm:cxn modelId="{39E63E0D-9C07-5343-AC6D-D9A0A3BA59AD}" type="presParOf" srcId="{AAD4199B-E495-354F-AE35-8364AB35E029}" destId="{3A551A75-3AFC-394C-B5BA-E47310038246}" srcOrd="0" destOrd="0" presId="urn:microsoft.com/office/officeart/2005/8/layout/orgChart1"/>
    <dgm:cxn modelId="{E0770AFA-6431-9B44-AEE2-099790A4197B}" type="presParOf" srcId="{AAD4199B-E495-354F-AE35-8364AB35E029}" destId="{3DF7CAD7-3674-9A42-928E-DE1E4A090A67}" srcOrd="1" destOrd="0" presId="urn:microsoft.com/office/officeart/2005/8/layout/orgChart1"/>
    <dgm:cxn modelId="{F9084C7C-A24D-8849-B5EA-F3DE4274289C}" type="presParOf" srcId="{958AB5AA-B327-D346-AFBC-8991A28DEA80}" destId="{6F22F7FF-5E93-AB4A-8EC1-286EBE6C05F0}" srcOrd="1" destOrd="0" presId="urn:microsoft.com/office/officeart/2005/8/layout/orgChart1"/>
    <dgm:cxn modelId="{0E291AC0-91CC-7C43-93B2-A5C13153BD8B}" type="presParOf" srcId="{958AB5AA-B327-D346-AFBC-8991A28DEA80}" destId="{F7F6C6A3-3EAD-1649-9191-F326AD88A116}" srcOrd="2" destOrd="0" presId="urn:microsoft.com/office/officeart/2005/8/layout/orgChart1"/>
    <dgm:cxn modelId="{BFA27B31-D3D7-394F-BDB1-AC69F165A91D}" type="presParOf" srcId="{F7F6C6A3-3EAD-1649-9191-F326AD88A116}" destId="{32F5BB4F-2A88-314F-A156-D8209EA95BF3}" srcOrd="0" destOrd="0" presId="urn:microsoft.com/office/officeart/2005/8/layout/orgChart1"/>
    <dgm:cxn modelId="{E966464A-CAFA-064A-91D2-AB49F3E17EA2}" type="presParOf" srcId="{F7F6C6A3-3EAD-1649-9191-F326AD88A116}" destId="{358A1211-3159-714F-A716-A3BB76891299}" srcOrd="1" destOrd="0" presId="urn:microsoft.com/office/officeart/2005/8/layout/orgChart1"/>
    <dgm:cxn modelId="{AF7815C7-3DD7-5E40-91EA-7060EA6C4750}" type="presParOf" srcId="{358A1211-3159-714F-A716-A3BB76891299}" destId="{E209BC9B-EC4A-ED4F-A058-F13FF1DE5E04}" srcOrd="0" destOrd="0" presId="urn:microsoft.com/office/officeart/2005/8/layout/orgChart1"/>
    <dgm:cxn modelId="{9D71691E-49B9-9C48-90F1-712DDE728197}" type="presParOf" srcId="{E209BC9B-EC4A-ED4F-A058-F13FF1DE5E04}" destId="{A3680C73-FB19-1E46-BBB9-F728F323E29E}" srcOrd="0" destOrd="0" presId="urn:microsoft.com/office/officeart/2005/8/layout/orgChart1"/>
    <dgm:cxn modelId="{3BB13195-1C45-F54F-8B3E-AA991FB4AC2F}" type="presParOf" srcId="{E209BC9B-EC4A-ED4F-A058-F13FF1DE5E04}" destId="{9FA54A59-18EB-B64A-9FBA-B3974A1C00BD}" srcOrd="1" destOrd="0" presId="urn:microsoft.com/office/officeart/2005/8/layout/orgChart1"/>
    <dgm:cxn modelId="{4AD5C8DB-CB8A-A549-AB3A-E2F8328A89C1}" type="presParOf" srcId="{358A1211-3159-714F-A716-A3BB76891299}" destId="{AA09472B-3589-0F4C-9F78-97A2D7354753}" srcOrd="1" destOrd="0" presId="urn:microsoft.com/office/officeart/2005/8/layout/orgChart1"/>
    <dgm:cxn modelId="{EAFF73EF-9B85-A341-96DB-5469F44D7DEF}" type="presParOf" srcId="{358A1211-3159-714F-A716-A3BB76891299}" destId="{4CBF593A-5E17-4648-A35F-5301910FBE7E}" srcOrd="2" destOrd="0" presId="urn:microsoft.com/office/officeart/2005/8/layout/orgChart1"/>
    <dgm:cxn modelId="{AA8CBEA5-BFB4-8244-B79F-788FC88817B8}" type="presParOf" srcId="{F7F6C6A3-3EAD-1649-9191-F326AD88A116}" destId="{1817C1E0-7FAC-314C-A708-DE472B29704D}" srcOrd="2" destOrd="0" presId="urn:microsoft.com/office/officeart/2005/8/layout/orgChart1"/>
    <dgm:cxn modelId="{9AB42B5A-E702-AD4B-9C83-2822B07B3D66}" type="presParOf" srcId="{F7F6C6A3-3EAD-1649-9191-F326AD88A116}" destId="{353EFD6A-2E15-2A4A-BC41-0ADF940BAE68}" srcOrd="3" destOrd="0" presId="urn:microsoft.com/office/officeart/2005/8/layout/orgChart1"/>
    <dgm:cxn modelId="{ADC4B845-D5D7-AE48-A63C-6E7A93A2B152}" type="presParOf" srcId="{353EFD6A-2E15-2A4A-BC41-0ADF940BAE68}" destId="{027AF9F2-529E-C247-9B65-65A7DBFB0DCD}" srcOrd="0" destOrd="0" presId="urn:microsoft.com/office/officeart/2005/8/layout/orgChart1"/>
    <dgm:cxn modelId="{2B88EB9A-92DE-374E-A9CE-23EFD6FD20CD}" type="presParOf" srcId="{027AF9F2-529E-C247-9B65-65A7DBFB0DCD}" destId="{042FDF10-C178-9F4E-BD8B-85F3CC4AD7FF}" srcOrd="0" destOrd="0" presId="urn:microsoft.com/office/officeart/2005/8/layout/orgChart1"/>
    <dgm:cxn modelId="{8D737BE8-43D8-E946-85F5-961FFEDB92AF}" type="presParOf" srcId="{027AF9F2-529E-C247-9B65-65A7DBFB0DCD}" destId="{851200F5-1E53-3948-9596-09C20AD2ADC0}" srcOrd="1" destOrd="0" presId="urn:microsoft.com/office/officeart/2005/8/layout/orgChart1"/>
    <dgm:cxn modelId="{BEC1D9AE-62D2-7346-ACBB-237533DDAD57}" type="presParOf" srcId="{353EFD6A-2E15-2A4A-BC41-0ADF940BAE68}" destId="{DC9F6DF6-E217-3341-AA31-A464E5DCC277}" srcOrd="1" destOrd="0" presId="urn:microsoft.com/office/officeart/2005/8/layout/orgChart1"/>
    <dgm:cxn modelId="{C2196B1B-AC87-014B-B5C1-67DC4DFC5DD8}" type="presParOf" srcId="{353EFD6A-2E15-2A4A-BC41-0ADF940BAE68}" destId="{699701D0-DD56-6241-ABF9-7FC632A779EE}" srcOrd="2" destOrd="0" presId="urn:microsoft.com/office/officeart/2005/8/layout/orgChart1"/>
    <dgm:cxn modelId="{35BC69B3-CB88-4D4C-BC09-1C2F991EED90}" type="presParOf" srcId="{F7F6C6A3-3EAD-1649-9191-F326AD88A116}" destId="{366366E9-B4BC-3B42-856E-BA1ADA471DE6}" srcOrd="4" destOrd="0" presId="urn:microsoft.com/office/officeart/2005/8/layout/orgChart1"/>
    <dgm:cxn modelId="{4AA76B7A-FCBA-D84C-A2E0-5C7E79F83FAD}" type="presParOf" srcId="{F7F6C6A3-3EAD-1649-9191-F326AD88A116}" destId="{ABBE8AF1-66DE-794C-A18D-70C2828FF0F8}" srcOrd="5" destOrd="0" presId="urn:microsoft.com/office/officeart/2005/8/layout/orgChart1"/>
    <dgm:cxn modelId="{B95F4BD7-9855-B74B-BA24-783E0D0CEC72}" type="presParOf" srcId="{ABBE8AF1-66DE-794C-A18D-70C2828FF0F8}" destId="{70CA9628-928E-974D-8A73-410AE5D20882}" srcOrd="0" destOrd="0" presId="urn:microsoft.com/office/officeart/2005/8/layout/orgChart1"/>
    <dgm:cxn modelId="{38F6C9FF-235A-C247-AAB1-DA1A3206321B}" type="presParOf" srcId="{70CA9628-928E-974D-8A73-410AE5D20882}" destId="{DAC0C59D-BC95-4E43-BF8E-C1C47EC0358B}" srcOrd="0" destOrd="0" presId="urn:microsoft.com/office/officeart/2005/8/layout/orgChart1"/>
    <dgm:cxn modelId="{A6117B14-A3F7-3047-877E-6270ADAAB7D0}" type="presParOf" srcId="{70CA9628-928E-974D-8A73-410AE5D20882}" destId="{99E282D6-32FC-6D41-8519-C33EB9B6D7E6}" srcOrd="1" destOrd="0" presId="urn:microsoft.com/office/officeart/2005/8/layout/orgChart1"/>
    <dgm:cxn modelId="{6867EFC6-342B-154F-9E14-856FF112DC0B}" type="presParOf" srcId="{ABBE8AF1-66DE-794C-A18D-70C2828FF0F8}" destId="{E77881E0-F03C-CF4E-A531-C47EDBC0B66F}" srcOrd="1" destOrd="0" presId="urn:microsoft.com/office/officeart/2005/8/layout/orgChart1"/>
    <dgm:cxn modelId="{ADFCDDB9-BCB8-3840-B911-8734B03370A3}" type="presParOf" srcId="{ABBE8AF1-66DE-794C-A18D-70C2828FF0F8}" destId="{E1F26C11-9607-BB40-B835-A9037CA9066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B75F3B-631A-3347-A4EA-9749CE1D4E1E}" type="doc">
      <dgm:prSet loTypeId="urn:microsoft.com/office/officeart/2008/layout/NameandTitleOrganizationalChar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A92776E-DEA5-0B4B-A4DC-F9346676F524}">
      <dgm:prSet/>
      <dgm:spPr/>
      <dgm:t>
        <a:bodyPr/>
        <a:lstStyle/>
        <a:p>
          <a:r>
            <a:rPr lang="en-GB" noProof="0" dirty="0" err="1"/>
            <a:t>global.R</a:t>
          </a:r>
          <a:endParaRPr lang="en-GB" noProof="0" dirty="0"/>
        </a:p>
      </dgm:t>
    </dgm:pt>
    <dgm:pt modelId="{8DF385AA-124A-4042-B9CE-D7C554C5E4F4}" type="parTrans" cxnId="{DD65E9EE-E497-DD47-80EF-65F50570ABC3}">
      <dgm:prSet/>
      <dgm:spPr/>
      <dgm:t>
        <a:bodyPr/>
        <a:lstStyle/>
        <a:p>
          <a:endParaRPr lang="de-DE"/>
        </a:p>
      </dgm:t>
    </dgm:pt>
    <dgm:pt modelId="{446B36CD-156E-164D-AEC1-324192115FAA}" type="sibTrans" cxnId="{DD65E9EE-E497-DD47-80EF-65F50570ABC3}">
      <dgm:prSet/>
      <dgm:spPr/>
      <dgm:t>
        <a:bodyPr/>
        <a:lstStyle/>
        <a:p>
          <a:r>
            <a:rPr lang="en-GB" noProof="0" dirty="0"/>
            <a:t>Packages &amp; DB-connection</a:t>
          </a:r>
        </a:p>
      </dgm:t>
    </dgm:pt>
    <dgm:pt modelId="{4E7EEDD1-B6EF-F64A-8C85-C80AD1B42F1E}">
      <dgm:prSet/>
      <dgm:spPr/>
      <dgm:t>
        <a:bodyPr/>
        <a:lstStyle/>
        <a:p>
          <a:r>
            <a:rPr lang="en-GB" noProof="0" dirty="0" err="1"/>
            <a:t>ui.R</a:t>
          </a:r>
          <a:endParaRPr lang="en-GB" noProof="0" dirty="0"/>
        </a:p>
      </dgm:t>
    </dgm:pt>
    <dgm:pt modelId="{43932977-A54C-3440-BA8F-7BD63108A8F2}" type="parTrans" cxnId="{2F5F22BC-E225-0E4B-AEE5-F316150CFBD3}">
      <dgm:prSet/>
      <dgm:spPr/>
      <dgm:t>
        <a:bodyPr/>
        <a:lstStyle/>
        <a:p>
          <a:endParaRPr lang="de-DE"/>
        </a:p>
      </dgm:t>
    </dgm:pt>
    <dgm:pt modelId="{74214BD8-CF60-8B4A-8768-FAA56FA1015A}" type="sibTrans" cxnId="{2F5F22BC-E225-0E4B-AEE5-F316150CFBD3}">
      <dgm:prSet/>
      <dgm:spPr/>
      <dgm:t>
        <a:bodyPr/>
        <a:lstStyle/>
        <a:p>
          <a:r>
            <a:rPr lang="en-GB" noProof="0" dirty="0"/>
            <a:t>Interface</a:t>
          </a:r>
        </a:p>
      </dgm:t>
    </dgm:pt>
    <dgm:pt modelId="{946B2597-0E59-414C-974A-16AC5A8D8D52}">
      <dgm:prSet/>
      <dgm:spPr/>
      <dgm:t>
        <a:bodyPr/>
        <a:lstStyle/>
        <a:p>
          <a:r>
            <a:rPr lang="en-GB" noProof="0" dirty="0" err="1"/>
            <a:t>server.R</a:t>
          </a:r>
          <a:endParaRPr lang="en-GB" noProof="0" dirty="0"/>
        </a:p>
      </dgm:t>
    </dgm:pt>
    <dgm:pt modelId="{DB631AA3-4DA4-0A43-AF46-A9413955FF72}" type="parTrans" cxnId="{8FE989F1-B01D-0D4C-A292-FE527F603A0E}">
      <dgm:prSet/>
      <dgm:spPr/>
      <dgm:t>
        <a:bodyPr/>
        <a:lstStyle/>
        <a:p>
          <a:endParaRPr lang="de-DE"/>
        </a:p>
      </dgm:t>
    </dgm:pt>
    <dgm:pt modelId="{8B3EDF80-7D01-0547-A705-B68511E4872B}" type="sibTrans" cxnId="{8FE989F1-B01D-0D4C-A292-FE527F603A0E}">
      <dgm:prSet/>
      <dgm:spPr/>
      <dgm:t>
        <a:bodyPr/>
        <a:lstStyle/>
        <a:p>
          <a:r>
            <a:rPr lang="en-GB" noProof="0" dirty="0"/>
            <a:t>Logic</a:t>
          </a:r>
        </a:p>
      </dgm:t>
    </dgm:pt>
    <dgm:pt modelId="{84F6839C-1151-5646-8BCE-9E4B6CAFB0BE}" type="pres">
      <dgm:prSet presAssocID="{1CB75F3B-631A-3347-A4EA-9749CE1D4E1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02C5E5B-F710-E44F-B9B7-F5C9E48FA6AE}" type="pres">
      <dgm:prSet presAssocID="{BA92776E-DEA5-0B4B-A4DC-F9346676F524}" presName="hierRoot1" presStyleCnt="0">
        <dgm:presLayoutVars>
          <dgm:hierBranch val="init"/>
        </dgm:presLayoutVars>
      </dgm:prSet>
      <dgm:spPr/>
    </dgm:pt>
    <dgm:pt modelId="{1CEAB3E0-D4BE-794B-B2F0-341B74F70A17}" type="pres">
      <dgm:prSet presAssocID="{BA92776E-DEA5-0B4B-A4DC-F9346676F524}" presName="rootComposite1" presStyleCnt="0"/>
      <dgm:spPr/>
    </dgm:pt>
    <dgm:pt modelId="{CC3A8E3B-48A5-AF49-B47B-7EEFB8AB6DB2}" type="pres">
      <dgm:prSet presAssocID="{BA92776E-DEA5-0B4B-A4DC-F9346676F524}" presName="rootText1" presStyleLbl="node0" presStyleIdx="0" presStyleCnt="1">
        <dgm:presLayoutVars>
          <dgm:chMax/>
          <dgm:chPref val="3"/>
        </dgm:presLayoutVars>
      </dgm:prSet>
      <dgm:spPr/>
    </dgm:pt>
    <dgm:pt modelId="{08AC36A1-2B39-2F4F-A196-C4382C3E0C18}" type="pres">
      <dgm:prSet presAssocID="{BA92776E-DEA5-0B4B-A4DC-F9346676F524}" presName="titleText1" presStyleLbl="fgAcc0" presStyleIdx="0" presStyleCnt="1">
        <dgm:presLayoutVars>
          <dgm:chMax val="0"/>
          <dgm:chPref val="0"/>
        </dgm:presLayoutVars>
      </dgm:prSet>
      <dgm:spPr/>
    </dgm:pt>
    <dgm:pt modelId="{3FF8F50E-45DA-924E-A0C2-F8C2CD5E9D18}" type="pres">
      <dgm:prSet presAssocID="{BA92776E-DEA5-0B4B-A4DC-F9346676F524}" presName="rootConnector1" presStyleLbl="node1" presStyleIdx="0" presStyleCnt="2"/>
      <dgm:spPr/>
    </dgm:pt>
    <dgm:pt modelId="{7D92F1F8-6302-F44D-9A9F-21CD02564BA3}" type="pres">
      <dgm:prSet presAssocID="{BA92776E-DEA5-0B4B-A4DC-F9346676F524}" presName="hierChild2" presStyleCnt="0"/>
      <dgm:spPr/>
    </dgm:pt>
    <dgm:pt modelId="{FCB58A02-F7CB-D347-9072-E89E8514615A}" type="pres">
      <dgm:prSet presAssocID="{43932977-A54C-3440-BA8F-7BD63108A8F2}" presName="Name37" presStyleLbl="parChTrans1D2" presStyleIdx="0" presStyleCnt="2"/>
      <dgm:spPr/>
    </dgm:pt>
    <dgm:pt modelId="{9F16D75A-4D5E-724D-B987-5079820EA6B2}" type="pres">
      <dgm:prSet presAssocID="{4E7EEDD1-B6EF-F64A-8C85-C80AD1B42F1E}" presName="hierRoot2" presStyleCnt="0">
        <dgm:presLayoutVars>
          <dgm:hierBranch val="init"/>
        </dgm:presLayoutVars>
      </dgm:prSet>
      <dgm:spPr/>
    </dgm:pt>
    <dgm:pt modelId="{5165B4F0-64A9-9546-8A9B-E854621CE4A4}" type="pres">
      <dgm:prSet presAssocID="{4E7EEDD1-B6EF-F64A-8C85-C80AD1B42F1E}" presName="rootComposite" presStyleCnt="0"/>
      <dgm:spPr/>
    </dgm:pt>
    <dgm:pt modelId="{9990C53B-D781-7442-8731-2D1E12955702}" type="pres">
      <dgm:prSet presAssocID="{4E7EEDD1-B6EF-F64A-8C85-C80AD1B42F1E}" presName="rootText" presStyleLbl="node1" presStyleIdx="0" presStyleCnt="2">
        <dgm:presLayoutVars>
          <dgm:chMax/>
          <dgm:chPref val="3"/>
        </dgm:presLayoutVars>
      </dgm:prSet>
      <dgm:spPr/>
    </dgm:pt>
    <dgm:pt modelId="{7A674F75-0FC4-2F43-BF40-DA7DB2D34168}" type="pres">
      <dgm:prSet presAssocID="{4E7EEDD1-B6EF-F64A-8C85-C80AD1B42F1E}" presName="titleText2" presStyleLbl="fgAcc1" presStyleIdx="0" presStyleCnt="2">
        <dgm:presLayoutVars>
          <dgm:chMax val="0"/>
          <dgm:chPref val="0"/>
        </dgm:presLayoutVars>
      </dgm:prSet>
      <dgm:spPr/>
    </dgm:pt>
    <dgm:pt modelId="{40282289-C473-9044-AFB1-3857E4A922DB}" type="pres">
      <dgm:prSet presAssocID="{4E7EEDD1-B6EF-F64A-8C85-C80AD1B42F1E}" presName="rootConnector" presStyleLbl="node2" presStyleIdx="0" presStyleCnt="0"/>
      <dgm:spPr/>
    </dgm:pt>
    <dgm:pt modelId="{79FE0E8B-CD3A-AE45-AAD3-ED5D66DD985F}" type="pres">
      <dgm:prSet presAssocID="{4E7EEDD1-B6EF-F64A-8C85-C80AD1B42F1E}" presName="hierChild4" presStyleCnt="0"/>
      <dgm:spPr/>
    </dgm:pt>
    <dgm:pt modelId="{E325E98A-F355-D240-8463-9E7ACE4299F2}" type="pres">
      <dgm:prSet presAssocID="{4E7EEDD1-B6EF-F64A-8C85-C80AD1B42F1E}" presName="hierChild5" presStyleCnt="0"/>
      <dgm:spPr/>
    </dgm:pt>
    <dgm:pt modelId="{EA0865B9-D3E4-B74C-A86B-B58E894ADFB4}" type="pres">
      <dgm:prSet presAssocID="{DB631AA3-4DA4-0A43-AF46-A9413955FF72}" presName="Name37" presStyleLbl="parChTrans1D2" presStyleIdx="1" presStyleCnt="2"/>
      <dgm:spPr/>
    </dgm:pt>
    <dgm:pt modelId="{2EDFA3F7-CA82-B243-806B-CB9A5BC5AFB0}" type="pres">
      <dgm:prSet presAssocID="{946B2597-0E59-414C-974A-16AC5A8D8D52}" presName="hierRoot2" presStyleCnt="0">
        <dgm:presLayoutVars>
          <dgm:hierBranch val="init"/>
        </dgm:presLayoutVars>
      </dgm:prSet>
      <dgm:spPr/>
    </dgm:pt>
    <dgm:pt modelId="{7EF051C6-16F8-9845-8894-BB08F3C58F2A}" type="pres">
      <dgm:prSet presAssocID="{946B2597-0E59-414C-974A-16AC5A8D8D52}" presName="rootComposite" presStyleCnt="0"/>
      <dgm:spPr/>
    </dgm:pt>
    <dgm:pt modelId="{D871B2F5-3ED6-604E-AE12-3FE958A1EE1A}" type="pres">
      <dgm:prSet presAssocID="{946B2597-0E59-414C-974A-16AC5A8D8D52}" presName="rootText" presStyleLbl="node1" presStyleIdx="1" presStyleCnt="2">
        <dgm:presLayoutVars>
          <dgm:chMax/>
          <dgm:chPref val="3"/>
        </dgm:presLayoutVars>
      </dgm:prSet>
      <dgm:spPr/>
    </dgm:pt>
    <dgm:pt modelId="{4EDD115D-59BB-3C47-B0E6-FA9950890F81}" type="pres">
      <dgm:prSet presAssocID="{946B2597-0E59-414C-974A-16AC5A8D8D52}" presName="titleText2" presStyleLbl="fgAcc1" presStyleIdx="1" presStyleCnt="2">
        <dgm:presLayoutVars>
          <dgm:chMax val="0"/>
          <dgm:chPref val="0"/>
        </dgm:presLayoutVars>
      </dgm:prSet>
      <dgm:spPr/>
    </dgm:pt>
    <dgm:pt modelId="{238095FD-306C-164D-B39A-2EF228EDC9F2}" type="pres">
      <dgm:prSet presAssocID="{946B2597-0E59-414C-974A-16AC5A8D8D52}" presName="rootConnector" presStyleLbl="node2" presStyleIdx="0" presStyleCnt="0"/>
      <dgm:spPr/>
    </dgm:pt>
    <dgm:pt modelId="{D54D7BC6-DBF6-8F4C-B1BD-73C2905DD75D}" type="pres">
      <dgm:prSet presAssocID="{946B2597-0E59-414C-974A-16AC5A8D8D52}" presName="hierChild4" presStyleCnt="0"/>
      <dgm:spPr/>
    </dgm:pt>
    <dgm:pt modelId="{6CB9E037-A835-9746-930B-919BB40A0036}" type="pres">
      <dgm:prSet presAssocID="{946B2597-0E59-414C-974A-16AC5A8D8D52}" presName="hierChild5" presStyleCnt="0"/>
      <dgm:spPr/>
    </dgm:pt>
    <dgm:pt modelId="{7660A954-F1B6-A84C-84B6-43C249E840A8}" type="pres">
      <dgm:prSet presAssocID="{BA92776E-DEA5-0B4B-A4DC-F9346676F524}" presName="hierChild3" presStyleCnt="0"/>
      <dgm:spPr/>
    </dgm:pt>
  </dgm:ptLst>
  <dgm:cxnLst>
    <dgm:cxn modelId="{52630843-A0C5-A145-8472-07871FF3C741}" type="presOf" srcId="{DB631AA3-4DA4-0A43-AF46-A9413955FF72}" destId="{EA0865B9-D3E4-B74C-A86B-B58E894ADFB4}" srcOrd="0" destOrd="0" presId="urn:microsoft.com/office/officeart/2008/layout/NameandTitleOrganizationalChart"/>
    <dgm:cxn modelId="{048C4671-31B1-FD49-B2E4-2327EF8E3A73}" type="presOf" srcId="{946B2597-0E59-414C-974A-16AC5A8D8D52}" destId="{238095FD-306C-164D-B39A-2EF228EDC9F2}" srcOrd="1" destOrd="0" presId="urn:microsoft.com/office/officeart/2008/layout/NameandTitleOrganizationalChart"/>
    <dgm:cxn modelId="{098F8F72-6F18-6142-8029-E7980E9F4AEF}" type="presOf" srcId="{74214BD8-CF60-8B4A-8768-FAA56FA1015A}" destId="{7A674F75-0FC4-2F43-BF40-DA7DB2D34168}" srcOrd="0" destOrd="0" presId="urn:microsoft.com/office/officeart/2008/layout/NameandTitleOrganizationalChart"/>
    <dgm:cxn modelId="{3A9C3576-6D48-0647-BCC4-DE25068CBF05}" type="presOf" srcId="{4E7EEDD1-B6EF-F64A-8C85-C80AD1B42F1E}" destId="{40282289-C473-9044-AFB1-3857E4A922DB}" srcOrd="1" destOrd="0" presId="urn:microsoft.com/office/officeart/2008/layout/NameandTitleOrganizationalChart"/>
    <dgm:cxn modelId="{44F02377-5BC8-AF4D-BB36-918233DE2AB9}" type="presOf" srcId="{43932977-A54C-3440-BA8F-7BD63108A8F2}" destId="{FCB58A02-F7CB-D347-9072-E89E8514615A}" srcOrd="0" destOrd="0" presId="urn:microsoft.com/office/officeart/2008/layout/NameandTitleOrganizationalChart"/>
    <dgm:cxn modelId="{5E753B87-2593-3F4D-B4F7-A3E9D6AC4551}" type="presOf" srcId="{446B36CD-156E-164D-AEC1-324192115FAA}" destId="{08AC36A1-2B39-2F4F-A196-C4382C3E0C18}" srcOrd="0" destOrd="0" presId="urn:microsoft.com/office/officeart/2008/layout/NameandTitleOrganizationalChart"/>
    <dgm:cxn modelId="{3E4C23A0-309F-B441-B39D-5F753614EBD2}" type="presOf" srcId="{BA92776E-DEA5-0B4B-A4DC-F9346676F524}" destId="{3FF8F50E-45DA-924E-A0C2-F8C2CD5E9D18}" srcOrd="1" destOrd="0" presId="urn:microsoft.com/office/officeart/2008/layout/NameandTitleOrganizationalChart"/>
    <dgm:cxn modelId="{2F5F22BC-E225-0E4B-AEE5-F316150CFBD3}" srcId="{BA92776E-DEA5-0B4B-A4DC-F9346676F524}" destId="{4E7EEDD1-B6EF-F64A-8C85-C80AD1B42F1E}" srcOrd="0" destOrd="0" parTransId="{43932977-A54C-3440-BA8F-7BD63108A8F2}" sibTransId="{74214BD8-CF60-8B4A-8768-FAA56FA1015A}"/>
    <dgm:cxn modelId="{86562DCC-C819-F443-9539-70A18F6D0ED0}" type="presOf" srcId="{1CB75F3B-631A-3347-A4EA-9749CE1D4E1E}" destId="{84F6839C-1151-5646-8BCE-9E4B6CAFB0BE}" srcOrd="0" destOrd="0" presId="urn:microsoft.com/office/officeart/2008/layout/NameandTitleOrganizationalChart"/>
    <dgm:cxn modelId="{FB2D24DA-E1FA-C640-9A53-298B18ADFC0C}" type="presOf" srcId="{8B3EDF80-7D01-0547-A705-B68511E4872B}" destId="{4EDD115D-59BB-3C47-B0E6-FA9950890F81}" srcOrd="0" destOrd="0" presId="urn:microsoft.com/office/officeart/2008/layout/NameandTitleOrganizationalChart"/>
    <dgm:cxn modelId="{74FD76DA-D10A-4E4E-8392-39508EB13B2D}" type="presOf" srcId="{BA92776E-DEA5-0B4B-A4DC-F9346676F524}" destId="{CC3A8E3B-48A5-AF49-B47B-7EEFB8AB6DB2}" srcOrd="0" destOrd="0" presId="urn:microsoft.com/office/officeart/2008/layout/NameandTitleOrganizationalChart"/>
    <dgm:cxn modelId="{1BB45AE1-EA5C-3146-8D2E-313CA4038498}" type="presOf" srcId="{946B2597-0E59-414C-974A-16AC5A8D8D52}" destId="{D871B2F5-3ED6-604E-AE12-3FE958A1EE1A}" srcOrd="0" destOrd="0" presId="urn:microsoft.com/office/officeart/2008/layout/NameandTitleOrganizationalChart"/>
    <dgm:cxn modelId="{78D34FE9-0040-A940-A68F-0786B41EA99D}" type="presOf" srcId="{4E7EEDD1-B6EF-F64A-8C85-C80AD1B42F1E}" destId="{9990C53B-D781-7442-8731-2D1E12955702}" srcOrd="0" destOrd="0" presId="urn:microsoft.com/office/officeart/2008/layout/NameandTitleOrganizationalChart"/>
    <dgm:cxn modelId="{DD65E9EE-E497-DD47-80EF-65F50570ABC3}" srcId="{1CB75F3B-631A-3347-A4EA-9749CE1D4E1E}" destId="{BA92776E-DEA5-0B4B-A4DC-F9346676F524}" srcOrd="0" destOrd="0" parTransId="{8DF385AA-124A-4042-B9CE-D7C554C5E4F4}" sibTransId="{446B36CD-156E-164D-AEC1-324192115FAA}"/>
    <dgm:cxn modelId="{8FE989F1-B01D-0D4C-A292-FE527F603A0E}" srcId="{BA92776E-DEA5-0B4B-A4DC-F9346676F524}" destId="{946B2597-0E59-414C-974A-16AC5A8D8D52}" srcOrd="1" destOrd="0" parTransId="{DB631AA3-4DA4-0A43-AF46-A9413955FF72}" sibTransId="{8B3EDF80-7D01-0547-A705-B68511E4872B}"/>
    <dgm:cxn modelId="{BF2A821E-F582-D048-9D22-D0B7D3BF5507}" type="presParOf" srcId="{84F6839C-1151-5646-8BCE-9E4B6CAFB0BE}" destId="{102C5E5B-F710-E44F-B9B7-F5C9E48FA6AE}" srcOrd="0" destOrd="0" presId="urn:microsoft.com/office/officeart/2008/layout/NameandTitleOrganizationalChart"/>
    <dgm:cxn modelId="{D862D1D7-5AD4-DF4F-9798-B714A0D0AEB2}" type="presParOf" srcId="{102C5E5B-F710-E44F-B9B7-F5C9E48FA6AE}" destId="{1CEAB3E0-D4BE-794B-B2F0-341B74F70A17}" srcOrd="0" destOrd="0" presId="urn:microsoft.com/office/officeart/2008/layout/NameandTitleOrganizationalChart"/>
    <dgm:cxn modelId="{F73E49C8-73B6-F84C-AE8F-DE366D0AD149}" type="presParOf" srcId="{1CEAB3E0-D4BE-794B-B2F0-341B74F70A17}" destId="{CC3A8E3B-48A5-AF49-B47B-7EEFB8AB6DB2}" srcOrd="0" destOrd="0" presId="urn:microsoft.com/office/officeart/2008/layout/NameandTitleOrganizationalChart"/>
    <dgm:cxn modelId="{BEB47A36-323A-4E4D-8BDD-C215891E836B}" type="presParOf" srcId="{1CEAB3E0-D4BE-794B-B2F0-341B74F70A17}" destId="{08AC36A1-2B39-2F4F-A196-C4382C3E0C18}" srcOrd="1" destOrd="0" presId="urn:microsoft.com/office/officeart/2008/layout/NameandTitleOrganizationalChart"/>
    <dgm:cxn modelId="{28E3EC2D-35D0-514F-A601-9DF399CAB9FD}" type="presParOf" srcId="{1CEAB3E0-D4BE-794B-B2F0-341B74F70A17}" destId="{3FF8F50E-45DA-924E-A0C2-F8C2CD5E9D18}" srcOrd="2" destOrd="0" presId="urn:microsoft.com/office/officeart/2008/layout/NameandTitleOrganizationalChart"/>
    <dgm:cxn modelId="{14C27A34-08A3-1A43-80CE-2AF523C73CB3}" type="presParOf" srcId="{102C5E5B-F710-E44F-B9B7-F5C9E48FA6AE}" destId="{7D92F1F8-6302-F44D-9A9F-21CD02564BA3}" srcOrd="1" destOrd="0" presId="urn:microsoft.com/office/officeart/2008/layout/NameandTitleOrganizationalChart"/>
    <dgm:cxn modelId="{0A3397E9-53A8-1F4C-9B61-791BF9E8B0BD}" type="presParOf" srcId="{7D92F1F8-6302-F44D-9A9F-21CD02564BA3}" destId="{FCB58A02-F7CB-D347-9072-E89E8514615A}" srcOrd="0" destOrd="0" presId="urn:microsoft.com/office/officeart/2008/layout/NameandTitleOrganizationalChart"/>
    <dgm:cxn modelId="{0D6DCE8F-EA69-FE45-A8DE-77E63EA01A12}" type="presParOf" srcId="{7D92F1F8-6302-F44D-9A9F-21CD02564BA3}" destId="{9F16D75A-4D5E-724D-B987-5079820EA6B2}" srcOrd="1" destOrd="0" presId="urn:microsoft.com/office/officeart/2008/layout/NameandTitleOrganizationalChart"/>
    <dgm:cxn modelId="{65426663-B1FE-BC49-8399-ABFFACFAAE63}" type="presParOf" srcId="{9F16D75A-4D5E-724D-B987-5079820EA6B2}" destId="{5165B4F0-64A9-9546-8A9B-E854621CE4A4}" srcOrd="0" destOrd="0" presId="urn:microsoft.com/office/officeart/2008/layout/NameandTitleOrganizationalChart"/>
    <dgm:cxn modelId="{3C1E3DD7-58BB-504E-8955-89CC90722218}" type="presParOf" srcId="{5165B4F0-64A9-9546-8A9B-E854621CE4A4}" destId="{9990C53B-D781-7442-8731-2D1E12955702}" srcOrd="0" destOrd="0" presId="urn:microsoft.com/office/officeart/2008/layout/NameandTitleOrganizationalChart"/>
    <dgm:cxn modelId="{3BD9ABE1-D4F7-E341-9B2B-F8B17E955068}" type="presParOf" srcId="{5165B4F0-64A9-9546-8A9B-E854621CE4A4}" destId="{7A674F75-0FC4-2F43-BF40-DA7DB2D34168}" srcOrd="1" destOrd="0" presId="urn:microsoft.com/office/officeart/2008/layout/NameandTitleOrganizationalChart"/>
    <dgm:cxn modelId="{D976DEA1-893B-B54D-9072-34C535FB8F42}" type="presParOf" srcId="{5165B4F0-64A9-9546-8A9B-E854621CE4A4}" destId="{40282289-C473-9044-AFB1-3857E4A922DB}" srcOrd="2" destOrd="0" presId="urn:microsoft.com/office/officeart/2008/layout/NameandTitleOrganizationalChart"/>
    <dgm:cxn modelId="{54CC8CDA-7955-3D42-BCA1-2F702692F901}" type="presParOf" srcId="{9F16D75A-4D5E-724D-B987-5079820EA6B2}" destId="{79FE0E8B-CD3A-AE45-AAD3-ED5D66DD985F}" srcOrd="1" destOrd="0" presId="urn:microsoft.com/office/officeart/2008/layout/NameandTitleOrganizationalChart"/>
    <dgm:cxn modelId="{D2917652-0703-6642-9471-73722365EEFC}" type="presParOf" srcId="{9F16D75A-4D5E-724D-B987-5079820EA6B2}" destId="{E325E98A-F355-D240-8463-9E7ACE4299F2}" srcOrd="2" destOrd="0" presId="urn:microsoft.com/office/officeart/2008/layout/NameandTitleOrganizationalChart"/>
    <dgm:cxn modelId="{E130A28C-6780-F84D-83D7-97FE579CE30D}" type="presParOf" srcId="{7D92F1F8-6302-F44D-9A9F-21CD02564BA3}" destId="{EA0865B9-D3E4-B74C-A86B-B58E894ADFB4}" srcOrd="2" destOrd="0" presId="urn:microsoft.com/office/officeart/2008/layout/NameandTitleOrganizationalChart"/>
    <dgm:cxn modelId="{8ECA9859-39A4-E742-A7C1-4FA5C5870BEE}" type="presParOf" srcId="{7D92F1F8-6302-F44D-9A9F-21CD02564BA3}" destId="{2EDFA3F7-CA82-B243-806B-CB9A5BC5AFB0}" srcOrd="3" destOrd="0" presId="urn:microsoft.com/office/officeart/2008/layout/NameandTitleOrganizationalChart"/>
    <dgm:cxn modelId="{6B53CA24-A615-054D-92D2-06B49C7BF9B5}" type="presParOf" srcId="{2EDFA3F7-CA82-B243-806B-CB9A5BC5AFB0}" destId="{7EF051C6-16F8-9845-8894-BB08F3C58F2A}" srcOrd="0" destOrd="0" presId="urn:microsoft.com/office/officeart/2008/layout/NameandTitleOrganizationalChart"/>
    <dgm:cxn modelId="{489A2135-1FAE-1842-8F3B-C9BFFEAE56ED}" type="presParOf" srcId="{7EF051C6-16F8-9845-8894-BB08F3C58F2A}" destId="{D871B2F5-3ED6-604E-AE12-3FE958A1EE1A}" srcOrd="0" destOrd="0" presId="urn:microsoft.com/office/officeart/2008/layout/NameandTitleOrganizationalChart"/>
    <dgm:cxn modelId="{878151F6-9872-3E4D-AA5D-CD0CA72418EB}" type="presParOf" srcId="{7EF051C6-16F8-9845-8894-BB08F3C58F2A}" destId="{4EDD115D-59BB-3C47-B0E6-FA9950890F81}" srcOrd="1" destOrd="0" presId="urn:microsoft.com/office/officeart/2008/layout/NameandTitleOrganizationalChart"/>
    <dgm:cxn modelId="{582AF9DA-740A-F344-AAE3-5C263C0A471C}" type="presParOf" srcId="{7EF051C6-16F8-9845-8894-BB08F3C58F2A}" destId="{238095FD-306C-164D-B39A-2EF228EDC9F2}" srcOrd="2" destOrd="0" presId="urn:microsoft.com/office/officeart/2008/layout/NameandTitleOrganizationalChart"/>
    <dgm:cxn modelId="{5A73E733-1B15-E141-8B94-BAE94F51E967}" type="presParOf" srcId="{2EDFA3F7-CA82-B243-806B-CB9A5BC5AFB0}" destId="{D54D7BC6-DBF6-8F4C-B1BD-73C2905DD75D}" srcOrd="1" destOrd="0" presId="urn:microsoft.com/office/officeart/2008/layout/NameandTitleOrganizationalChart"/>
    <dgm:cxn modelId="{DE0126AF-B392-3642-B00F-9DEEE32CEC63}" type="presParOf" srcId="{2EDFA3F7-CA82-B243-806B-CB9A5BC5AFB0}" destId="{6CB9E037-A835-9746-930B-919BB40A0036}" srcOrd="2" destOrd="0" presId="urn:microsoft.com/office/officeart/2008/layout/NameandTitleOrganizationalChart"/>
    <dgm:cxn modelId="{3C021339-ED91-3C41-A1C4-2CBCA938C042}" type="presParOf" srcId="{102C5E5B-F710-E44F-B9B7-F5C9E48FA6AE}" destId="{7660A954-F1B6-A84C-84B6-43C249E840A8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B75F3B-631A-3347-A4EA-9749CE1D4E1E}" type="doc">
      <dgm:prSet loTypeId="urn:microsoft.com/office/officeart/2008/layout/NameandTitleOrganizationalChar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A92776E-DEA5-0B4B-A4DC-F9346676F524}">
      <dgm:prSet/>
      <dgm:spPr/>
      <dgm:t>
        <a:bodyPr/>
        <a:lstStyle/>
        <a:p>
          <a:r>
            <a:rPr lang="en-GB" noProof="0" dirty="0" err="1"/>
            <a:t>global.R</a:t>
          </a:r>
          <a:endParaRPr lang="en-GB" noProof="0" dirty="0"/>
        </a:p>
      </dgm:t>
    </dgm:pt>
    <dgm:pt modelId="{8DF385AA-124A-4042-B9CE-D7C554C5E4F4}" type="parTrans" cxnId="{DD65E9EE-E497-DD47-80EF-65F50570ABC3}">
      <dgm:prSet/>
      <dgm:spPr/>
      <dgm:t>
        <a:bodyPr/>
        <a:lstStyle/>
        <a:p>
          <a:endParaRPr lang="de-DE"/>
        </a:p>
      </dgm:t>
    </dgm:pt>
    <dgm:pt modelId="{446B36CD-156E-164D-AEC1-324192115FAA}" type="sibTrans" cxnId="{DD65E9EE-E497-DD47-80EF-65F50570ABC3}">
      <dgm:prSet/>
      <dgm:spPr/>
      <dgm:t>
        <a:bodyPr/>
        <a:lstStyle/>
        <a:p>
          <a:r>
            <a:rPr lang="en-GB" noProof="0" dirty="0"/>
            <a:t>Packages &amp; DB-connection</a:t>
          </a:r>
        </a:p>
      </dgm:t>
    </dgm:pt>
    <dgm:pt modelId="{4E7EEDD1-B6EF-F64A-8C85-C80AD1B42F1E}">
      <dgm:prSet/>
      <dgm:spPr/>
      <dgm:t>
        <a:bodyPr/>
        <a:lstStyle/>
        <a:p>
          <a:r>
            <a:rPr lang="en-GB" noProof="0" dirty="0" err="1"/>
            <a:t>ui.R</a:t>
          </a:r>
          <a:endParaRPr lang="en-GB" noProof="0" dirty="0"/>
        </a:p>
      </dgm:t>
    </dgm:pt>
    <dgm:pt modelId="{43932977-A54C-3440-BA8F-7BD63108A8F2}" type="parTrans" cxnId="{2F5F22BC-E225-0E4B-AEE5-F316150CFBD3}">
      <dgm:prSet/>
      <dgm:spPr/>
      <dgm:t>
        <a:bodyPr/>
        <a:lstStyle/>
        <a:p>
          <a:endParaRPr lang="de-DE"/>
        </a:p>
      </dgm:t>
    </dgm:pt>
    <dgm:pt modelId="{74214BD8-CF60-8B4A-8768-FAA56FA1015A}" type="sibTrans" cxnId="{2F5F22BC-E225-0E4B-AEE5-F316150CFBD3}">
      <dgm:prSet/>
      <dgm:spPr/>
      <dgm:t>
        <a:bodyPr/>
        <a:lstStyle/>
        <a:p>
          <a:r>
            <a:rPr lang="en-GB" noProof="0" dirty="0"/>
            <a:t>Interface</a:t>
          </a:r>
        </a:p>
      </dgm:t>
    </dgm:pt>
    <dgm:pt modelId="{946B2597-0E59-414C-974A-16AC5A8D8D52}">
      <dgm:prSet/>
      <dgm:spPr/>
      <dgm:t>
        <a:bodyPr/>
        <a:lstStyle/>
        <a:p>
          <a:r>
            <a:rPr lang="en-GB" noProof="0" dirty="0" err="1"/>
            <a:t>server.R</a:t>
          </a:r>
          <a:endParaRPr lang="en-GB" noProof="0" dirty="0"/>
        </a:p>
      </dgm:t>
    </dgm:pt>
    <dgm:pt modelId="{DB631AA3-4DA4-0A43-AF46-A9413955FF72}" type="parTrans" cxnId="{8FE989F1-B01D-0D4C-A292-FE527F603A0E}">
      <dgm:prSet/>
      <dgm:spPr/>
      <dgm:t>
        <a:bodyPr/>
        <a:lstStyle/>
        <a:p>
          <a:endParaRPr lang="de-DE"/>
        </a:p>
      </dgm:t>
    </dgm:pt>
    <dgm:pt modelId="{8B3EDF80-7D01-0547-A705-B68511E4872B}" type="sibTrans" cxnId="{8FE989F1-B01D-0D4C-A292-FE527F603A0E}">
      <dgm:prSet/>
      <dgm:spPr/>
      <dgm:t>
        <a:bodyPr/>
        <a:lstStyle/>
        <a:p>
          <a:r>
            <a:rPr lang="en-GB" noProof="0" dirty="0"/>
            <a:t>Logic</a:t>
          </a:r>
        </a:p>
      </dgm:t>
    </dgm:pt>
    <dgm:pt modelId="{84F6839C-1151-5646-8BCE-9E4B6CAFB0BE}" type="pres">
      <dgm:prSet presAssocID="{1CB75F3B-631A-3347-A4EA-9749CE1D4E1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02C5E5B-F710-E44F-B9B7-F5C9E48FA6AE}" type="pres">
      <dgm:prSet presAssocID="{BA92776E-DEA5-0B4B-A4DC-F9346676F524}" presName="hierRoot1" presStyleCnt="0">
        <dgm:presLayoutVars>
          <dgm:hierBranch val="init"/>
        </dgm:presLayoutVars>
      </dgm:prSet>
      <dgm:spPr/>
    </dgm:pt>
    <dgm:pt modelId="{1CEAB3E0-D4BE-794B-B2F0-341B74F70A17}" type="pres">
      <dgm:prSet presAssocID="{BA92776E-DEA5-0B4B-A4DC-F9346676F524}" presName="rootComposite1" presStyleCnt="0"/>
      <dgm:spPr/>
    </dgm:pt>
    <dgm:pt modelId="{CC3A8E3B-48A5-AF49-B47B-7EEFB8AB6DB2}" type="pres">
      <dgm:prSet presAssocID="{BA92776E-DEA5-0B4B-A4DC-F9346676F524}" presName="rootText1" presStyleLbl="node0" presStyleIdx="0" presStyleCnt="1">
        <dgm:presLayoutVars>
          <dgm:chMax/>
          <dgm:chPref val="3"/>
        </dgm:presLayoutVars>
      </dgm:prSet>
      <dgm:spPr/>
    </dgm:pt>
    <dgm:pt modelId="{08AC36A1-2B39-2F4F-A196-C4382C3E0C18}" type="pres">
      <dgm:prSet presAssocID="{BA92776E-DEA5-0B4B-A4DC-F9346676F524}" presName="titleText1" presStyleLbl="fgAcc0" presStyleIdx="0" presStyleCnt="1">
        <dgm:presLayoutVars>
          <dgm:chMax val="0"/>
          <dgm:chPref val="0"/>
        </dgm:presLayoutVars>
      </dgm:prSet>
      <dgm:spPr/>
    </dgm:pt>
    <dgm:pt modelId="{3FF8F50E-45DA-924E-A0C2-F8C2CD5E9D18}" type="pres">
      <dgm:prSet presAssocID="{BA92776E-DEA5-0B4B-A4DC-F9346676F524}" presName="rootConnector1" presStyleLbl="node1" presStyleIdx="0" presStyleCnt="2"/>
      <dgm:spPr/>
    </dgm:pt>
    <dgm:pt modelId="{7D92F1F8-6302-F44D-9A9F-21CD02564BA3}" type="pres">
      <dgm:prSet presAssocID="{BA92776E-DEA5-0B4B-A4DC-F9346676F524}" presName="hierChild2" presStyleCnt="0"/>
      <dgm:spPr/>
    </dgm:pt>
    <dgm:pt modelId="{FCB58A02-F7CB-D347-9072-E89E8514615A}" type="pres">
      <dgm:prSet presAssocID="{43932977-A54C-3440-BA8F-7BD63108A8F2}" presName="Name37" presStyleLbl="parChTrans1D2" presStyleIdx="0" presStyleCnt="2"/>
      <dgm:spPr/>
    </dgm:pt>
    <dgm:pt modelId="{9F16D75A-4D5E-724D-B987-5079820EA6B2}" type="pres">
      <dgm:prSet presAssocID="{4E7EEDD1-B6EF-F64A-8C85-C80AD1B42F1E}" presName="hierRoot2" presStyleCnt="0">
        <dgm:presLayoutVars>
          <dgm:hierBranch val="init"/>
        </dgm:presLayoutVars>
      </dgm:prSet>
      <dgm:spPr/>
    </dgm:pt>
    <dgm:pt modelId="{5165B4F0-64A9-9546-8A9B-E854621CE4A4}" type="pres">
      <dgm:prSet presAssocID="{4E7EEDD1-B6EF-F64A-8C85-C80AD1B42F1E}" presName="rootComposite" presStyleCnt="0"/>
      <dgm:spPr/>
    </dgm:pt>
    <dgm:pt modelId="{9990C53B-D781-7442-8731-2D1E12955702}" type="pres">
      <dgm:prSet presAssocID="{4E7EEDD1-B6EF-F64A-8C85-C80AD1B42F1E}" presName="rootText" presStyleLbl="node1" presStyleIdx="0" presStyleCnt="2">
        <dgm:presLayoutVars>
          <dgm:chMax/>
          <dgm:chPref val="3"/>
        </dgm:presLayoutVars>
      </dgm:prSet>
      <dgm:spPr/>
    </dgm:pt>
    <dgm:pt modelId="{7A674F75-0FC4-2F43-BF40-DA7DB2D34168}" type="pres">
      <dgm:prSet presAssocID="{4E7EEDD1-B6EF-F64A-8C85-C80AD1B42F1E}" presName="titleText2" presStyleLbl="fgAcc1" presStyleIdx="0" presStyleCnt="2">
        <dgm:presLayoutVars>
          <dgm:chMax val="0"/>
          <dgm:chPref val="0"/>
        </dgm:presLayoutVars>
      </dgm:prSet>
      <dgm:spPr/>
    </dgm:pt>
    <dgm:pt modelId="{40282289-C473-9044-AFB1-3857E4A922DB}" type="pres">
      <dgm:prSet presAssocID="{4E7EEDD1-B6EF-F64A-8C85-C80AD1B42F1E}" presName="rootConnector" presStyleLbl="node2" presStyleIdx="0" presStyleCnt="0"/>
      <dgm:spPr/>
    </dgm:pt>
    <dgm:pt modelId="{79FE0E8B-CD3A-AE45-AAD3-ED5D66DD985F}" type="pres">
      <dgm:prSet presAssocID="{4E7EEDD1-B6EF-F64A-8C85-C80AD1B42F1E}" presName="hierChild4" presStyleCnt="0"/>
      <dgm:spPr/>
    </dgm:pt>
    <dgm:pt modelId="{E325E98A-F355-D240-8463-9E7ACE4299F2}" type="pres">
      <dgm:prSet presAssocID="{4E7EEDD1-B6EF-F64A-8C85-C80AD1B42F1E}" presName="hierChild5" presStyleCnt="0"/>
      <dgm:spPr/>
    </dgm:pt>
    <dgm:pt modelId="{EA0865B9-D3E4-B74C-A86B-B58E894ADFB4}" type="pres">
      <dgm:prSet presAssocID="{DB631AA3-4DA4-0A43-AF46-A9413955FF72}" presName="Name37" presStyleLbl="parChTrans1D2" presStyleIdx="1" presStyleCnt="2"/>
      <dgm:spPr/>
    </dgm:pt>
    <dgm:pt modelId="{2EDFA3F7-CA82-B243-806B-CB9A5BC5AFB0}" type="pres">
      <dgm:prSet presAssocID="{946B2597-0E59-414C-974A-16AC5A8D8D52}" presName="hierRoot2" presStyleCnt="0">
        <dgm:presLayoutVars>
          <dgm:hierBranch val="init"/>
        </dgm:presLayoutVars>
      </dgm:prSet>
      <dgm:spPr/>
    </dgm:pt>
    <dgm:pt modelId="{7EF051C6-16F8-9845-8894-BB08F3C58F2A}" type="pres">
      <dgm:prSet presAssocID="{946B2597-0E59-414C-974A-16AC5A8D8D52}" presName="rootComposite" presStyleCnt="0"/>
      <dgm:spPr/>
    </dgm:pt>
    <dgm:pt modelId="{D871B2F5-3ED6-604E-AE12-3FE958A1EE1A}" type="pres">
      <dgm:prSet presAssocID="{946B2597-0E59-414C-974A-16AC5A8D8D52}" presName="rootText" presStyleLbl="node1" presStyleIdx="1" presStyleCnt="2">
        <dgm:presLayoutVars>
          <dgm:chMax/>
          <dgm:chPref val="3"/>
        </dgm:presLayoutVars>
      </dgm:prSet>
      <dgm:spPr/>
    </dgm:pt>
    <dgm:pt modelId="{4EDD115D-59BB-3C47-B0E6-FA9950890F81}" type="pres">
      <dgm:prSet presAssocID="{946B2597-0E59-414C-974A-16AC5A8D8D52}" presName="titleText2" presStyleLbl="fgAcc1" presStyleIdx="1" presStyleCnt="2">
        <dgm:presLayoutVars>
          <dgm:chMax val="0"/>
          <dgm:chPref val="0"/>
        </dgm:presLayoutVars>
      </dgm:prSet>
      <dgm:spPr/>
    </dgm:pt>
    <dgm:pt modelId="{238095FD-306C-164D-B39A-2EF228EDC9F2}" type="pres">
      <dgm:prSet presAssocID="{946B2597-0E59-414C-974A-16AC5A8D8D52}" presName="rootConnector" presStyleLbl="node2" presStyleIdx="0" presStyleCnt="0"/>
      <dgm:spPr/>
    </dgm:pt>
    <dgm:pt modelId="{D54D7BC6-DBF6-8F4C-B1BD-73C2905DD75D}" type="pres">
      <dgm:prSet presAssocID="{946B2597-0E59-414C-974A-16AC5A8D8D52}" presName="hierChild4" presStyleCnt="0"/>
      <dgm:spPr/>
    </dgm:pt>
    <dgm:pt modelId="{6CB9E037-A835-9746-930B-919BB40A0036}" type="pres">
      <dgm:prSet presAssocID="{946B2597-0E59-414C-974A-16AC5A8D8D52}" presName="hierChild5" presStyleCnt="0"/>
      <dgm:spPr/>
    </dgm:pt>
    <dgm:pt modelId="{7660A954-F1B6-A84C-84B6-43C249E840A8}" type="pres">
      <dgm:prSet presAssocID="{BA92776E-DEA5-0B4B-A4DC-F9346676F524}" presName="hierChild3" presStyleCnt="0"/>
      <dgm:spPr/>
    </dgm:pt>
  </dgm:ptLst>
  <dgm:cxnLst>
    <dgm:cxn modelId="{52630843-A0C5-A145-8472-07871FF3C741}" type="presOf" srcId="{DB631AA3-4DA4-0A43-AF46-A9413955FF72}" destId="{EA0865B9-D3E4-B74C-A86B-B58E894ADFB4}" srcOrd="0" destOrd="0" presId="urn:microsoft.com/office/officeart/2008/layout/NameandTitleOrganizationalChart"/>
    <dgm:cxn modelId="{048C4671-31B1-FD49-B2E4-2327EF8E3A73}" type="presOf" srcId="{946B2597-0E59-414C-974A-16AC5A8D8D52}" destId="{238095FD-306C-164D-B39A-2EF228EDC9F2}" srcOrd="1" destOrd="0" presId="urn:microsoft.com/office/officeart/2008/layout/NameandTitleOrganizationalChart"/>
    <dgm:cxn modelId="{098F8F72-6F18-6142-8029-E7980E9F4AEF}" type="presOf" srcId="{74214BD8-CF60-8B4A-8768-FAA56FA1015A}" destId="{7A674F75-0FC4-2F43-BF40-DA7DB2D34168}" srcOrd="0" destOrd="0" presId="urn:microsoft.com/office/officeart/2008/layout/NameandTitleOrganizationalChart"/>
    <dgm:cxn modelId="{3A9C3576-6D48-0647-BCC4-DE25068CBF05}" type="presOf" srcId="{4E7EEDD1-B6EF-F64A-8C85-C80AD1B42F1E}" destId="{40282289-C473-9044-AFB1-3857E4A922DB}" srcOrd="1" destOrd="0" presId="urn:microsoft.com/office/officeart/2008/layout/NameandTitleOrganizationalChart"/>
    <dgm:cxn modelId="{44F02377-5BC8-AF4D-BB36-918233DE2AB9}" type="presOf" srcId="{43932977-A54C-3440-BA8F-7BD63108A8F2}" destId="{FCB58A02-F7CB-D347-9072-E89E8514615A}" srcOrd="0" destOrd="0" presId="urn:microsoft.com/office/officeart/2008/layout/NameandTitleOrganizationalChart"/>
    <dgm:cxn modelId="{5E753B87-2593-3F4D-B4F7-A3E9D6AC4551}" type="presOf" srcId="{446B36CD-156E-164D-AEC1-324192115FAA}" destId="{08AC36A1-2B39-2F4F-A196-C4382C3E0C18}" srcOrd="0" destOrd="0" presId="urn:microsoft.com/office/officeart/2008/layout/NameandTitleOrganizationalChart"/>
    <dgm:cxn modelId="{3E4C23A0-309F-B441-B39D-5F753614EBD2}" type="presOf" srcId="{BA92776E-DEA5-0B4B-A4DC-F9346676F524}" destId="{3FF8F50E-45DA-924E-A0C2-F8C2CD5E9D18}" srcOrd="1" destOrd="0" presId="urn:microsoft.com/office/officeart/2008/layout/NameandTitleOrganizationalChart"/>
    <dgm:cxn modelId="{2F5F22BC-E225-0E4B-AEE5-F316150CFBD3}" srcId="{BA92776E-DEA5-0B4B-A4DC-F9346676F524}" destId="{4E7EEDD1-B6EF-F64A-8C85-C80AD1B42F1E}" srcOrd="0" destOrd="0" parTransId="{43932977-A54C-3440-BA8F-7BD63108A8F2}" sibTransId="{74214BD8-CF60-8B4A-8768-FAA56FA1015A}"/>
    <dgm:cxn modelId="{86562DCC-C819-F443-9539-70A18F6D0ED0}" type="presOf" srcId="{1CB75F3B-631A-3347-A4EA-9749CE1D4E1E}" destId="{84F6839C-1151-5646-8BCE-9E4B6CAFB0BE}" srcOrd="0" destOrd="0" presId="urn:microsoft.com/office/officeart/2008/layout/NameandTitleOrganizationalChart"/>
    <dgm:cxn modelId="{FB2D24DA-E1FA-C640-9A53-298B18ADFC0C}" type="presOf" srcId="{8B3EDF80-7D01-0547-A705-B68511E4872B}" destId="{4EDD115D-59BB-3C47-B0E6-FA9950890F81}" srcOrd="0" destOrd="0" presId="urn:microsoft.com/office/officeart/2008/layout/NameandTitleOrganizationalChart"/>
    <dgm:cxn modelId="{74FD76DA-D10A-4E4E-8392-39508EB13B2D}" type="presOf" srcId="{BA92776E-DEA5-0B4B-A4DC-F9346676F524}" destId="{CC3A8E3B-48A5-AF49-B47B-7EEFB8AB6DB2}" srcOrd="0" destOrd="0" presId="urn:microsoft.com/office/officeart/2008/layout/NameandTitleOrganizationalChart"/>
    <dgm:cxn modelId="{1BB45AE1-EA5C-3146-8D2E-313CA4038498}" type="presOf" srcId="{946B2597-0E59-414C-974A-16AC5A8D8D52}" destId="{D871B2F5-3ED6-604E-AE12-3FE958A1EE1A}" srcOrd="0" destOrd="0" presId="urn:microsoft.com/office/officeart/2008/layout/NameandTitleOrganizationalChart"/>
    <dgm:cxn modelId="{78D34FE9-0040-A940-A68F-0786B41EA99D}" type="presOf" srcId="{4E7EEDD1-B6EF-F64A-8C85-C80AD1B42F1E}" destId="{9990C53B-D781-7442-8731-2D1E12955702}" srcOrd="0" destOrd="0" presId="urn:microsoft.com/office/officeart/2008/layout/NameandTitleOrganizationalChart"/>
    <dgm:cxn modelId="{DD65E9EE-E497-DD47-80EF-65F50570ABC3}" srcId="{1CB75F3B-631A-3347-A4EA-9749CE1D4E1E}" destId="{BA92776E-DEA5-0B4B-A4DC-F9346676F524}" srcOrd="0" destOrd="0" parTransId="{8DF385AA-124A-4042-B9CE-D7C554C5E4F4}" sibTransId="{446B36CD-156E-164D-AEC1-324192115FAA}"/>
    <dgm:cxn modelId="{8FE989F1-B01D-0D4C-A292-FE527F603A0E}" srcId="{BA92776E-DEA5-0B4B-A4DC-F9346676F524}" destId="{946B2597-0E59-414C-974A-16AC5A8D8D52}" srcOrd="1" destOrd="0" parTransId="{DB631AA3-4DA4-0A43-AF46-A9413955FF72}" sibTransId="{8B3EDF80-7D01-0547-A705-B68511E4872B}"/>
    <dgm:cxn modelId="{BF2A821E-F582-D048-9D22-D0B7D3BF5507}" type="presParOf" srcId="{84F6839C-1151-5646-8BCE-9E4B6CAFB0BE}" destId="{102C5E5B-F710-E44F-B9B7-F5C9E48FA6AE}" srcOrd="0" destOrd="0" presId="urn:microsoft.com/office/officeart/2008/layout/NameandTitleOrganizationalChart"/>
    <dgm:cxn modelId="{D862D1D7-5AD4-DF4F-9798-B714A0D0AEB2}" type="presParOf" srcId="{102C5E5B-F710-E44F-B9B7-F5C9E48FA6AE}" destId="{1CEAB3E0-D4BE-794B-B2F0-341B74F70A17}" srcOrd="0" destOrd="0" presId="urn:microsoft.com/office/officeart/2008/layout/NameandTitleOrganizationalChart"/>
    <dgm:cxn modelId="{F73E49C8-73B6-F84C-AE8F-DE366D0AD149}" type="presParOf" srcId="{1CEAB3E0-D4BE-794B-B2F0-341B74F70A17}" destId="{CC3A8E3B-48A5-AF49-B47B-7EEFB8AB6DB2}" srcOrd="0" destOrd="0" presId="urn:microsoft.com/office/officeart/2008/layout/NameandTitleOrganizationalChart"/>
    <dgm:cxn modelId="{BEB47A36-323A-4E4D-8BDD-C215891E836B}" type="presParOf" srcId="{1CEAB3E0-D4BE-794B-B2F0-341B74F70A17}" destId="{08AC36A1-2B39-2F4F-A196-C4382C3E0C18}" srcOrd="1" destOrd="0" presId="urn:microsoft.com/office/officeart/2008/layout/NameandTitleOrganizationalChart"/>
    <dgm:cxn modelId="{28E3EC2D-35D0-514F-A601-9DF399CAB9FD}" type="presParOf" srcId="{1CEAB3E0-D4BE-794B-B2F0-341B74F70A17}" destId="{3FF8F50E-45DA-924E-A0C2-F8C2CD5E9D18}" srcOrd="2" destOrd="0" presId="urn:microsoft.com/office/officeart/2008/layout/NameandTitleOrganizationalChart"/>
    <dgm:cxn modelId="{14C27A34-08A3-1A43-80CE-2AF523C73CB3}" type="presParOf" srcId="{102C5E5B-F710-E44F-B9B7-F5C9E48FA6AE}" destId="{7D92F1F8-6302-F44D-9A9F-21CD02564BA3}" srcOrd="1" destOrd="0" presId="urn:microsoft.com/office/officeart/2008/layout/NameandTitleOrganizationalChart"/>
    <dgm:cxn modelId="{0A3397E9-53A8-1F4C-9B61-791BF9E8B0BD}" type="presParOf" srcId="{7D92F1F8-6302-F44D-9A9F-21CD02564BA3}" destId="{FCB58A02-F7CB-D347-9072-E89E8514615A}" srcOrd="0" destOrd="0" presId="urn:microsoft.com/office/officeart/2008/layout/NameandTitleOrganizationalChart"/>
    <dgm:cxn modelId="{0D6DCE8F-EA69-FE45-A8DE-77E63EA01A12}" type="presParOf" srcId="{7D92F1F8-6302-F44D-9A9F-21CD02564BA3}" destId="{9F16D75A-4D5E-724D-B987-5079820EA6B2}" srcOrd="1" destOrd="0" presId="urn:microsoft.com/office/officeart/2008/layout/NameandTitleOrganizationalChart"/>
    <dgm:cxn modelId="{65426663-B1FE-BC49-8399-ABFFACFAAE63}" type="presParOf" srcId="{9F16D75A-4D5E-724D-B987-5079820EA6B2}" destId="{5165B4F0-64A9-9546-8A9B-E854621CE4A4}" srcOrd="0" destOrd="0" presId="urn:microsoft.com/office/officeart/2008/layout/NameandTitleOrganizationalChart"/>
    <dgm:cxn modelId="{3C1E3DD7-58BB-504E-8955-89CC90722218}" type="presParOf" srcId="{5165B4F0-64A9-9546-8A9B-E854621CE4A4}" destId="{9990C53B-D781-7442-8731-2D1E12955702}" srcOrd="0" destOrd="0" presId="urn:microsoft.com/office/officeart/2008/layout/NameandTitleOrganizationalChart"/>
    <dgm:cxn modelId="{3BD9ABE1-D4F7-E341-9B2B-F8B17E955068}" type="presParOf" srcId="{5165B4F0-64A9-9546-8A9B-E854621CE4A4}" destId="{7A674F75-0FC4-2F43-BF40-DA7DB2D34168}" srcOrd="1" destOrd="0" presId="urn:microsoft.com/office/officeart/2008/layout/NameandTitleOrganizationalChart"/>
    <dgm:cxn modelId="{D976DEA1-893B-B54D-9072-34C535FB8F42}" type="presParOf" srcId="{5165B4F0-64A9-9546-8A9B-E854621CE4A4}" destId="{40282289-C473-9044-AFB1-3857E4A922DB}" srcOrd="2" destOrd="0" presId="urn:microsoft.com/office/officeart/2008/layout/NameandTitleOrganizationalChart"/>
    <dgm:cxn modelId="{54CC8CDA-7955-3D42-BCA1-2F702692F901}" type="presParOf" srcId="{9F16D75A-4D5E-724D-B987-5079820EA6B2}" destId="{79FE0E8B-CD3A-AE45-AAD3-ED5D66DD985F}" srcOrd="1" destOrd="0" presId="urn:microsoft.com/office/officeart/2008/layout/NameandTitleOrganizationalChart"/>
    <dgm:cxn modelId="{D2917652-0703-6642-9471-73722365EEFC}" type="presParOf" srcId="{9F16D75A-4D5E-724D-B987-5079820EA6B2}" destId="{E325E98A-F355-D240-8463-9E7ACE4299F2}" srcOrd="2" destOrd="0" presId="urn:microsoft.com/office/officeart/2008/layout/NameandTitleOrganizationalChart"/>
    <dgm:cxn modelId="{E130A28C-6780-F84D-83D7-97FE579CE30D}" type="presParOf" srcId="{7D92F1F8-6302-F44D-9A9F-21CD02564BA3}" destId="{EA0865B9-D3E4-B74C-A86B-B58E894ADFB4}" srcOrd="2" destOrd="0" presId="urn:microsoft.com/office/officeart/2008/layout/NameandTitleOrganizationalChart"/>
    <dgm:cxn modelId="{8ECA9859-39A4-E742-A7C1-4FA5C5870BEE}" type="presParOf" srcId="{7D92F1F8-6302-F44D-9A9F-21CD02564BA3}" destId="{2EDFA3F7-CA82-B243-806B-CB9A5BC5AFB0}" srcOrd="3" destOrd="0" presId="urn:microsoft.com/office/officeart/2008/layout/NameandTitleOrganizationalChart"/>
    <dgm:cxn modelId="{6B53CA24-A615-054D-92D2-06B49C7BF9B5}" type="presParOf" srcId="{2EDFA3F7-CA82-B243-806B-CB9A5BC5AFB0}" destId="{7EF051C6-16F8-9845-8894-BB08F3C58F2A}" srcOrd="0" destOrd="0" presId="urn:microsoft.com/office/officeart/2008/layout/NameandTitleOrganizationalChart"/>
    <dgm:cxn modelId="{489A2135-1FAE-1842-8F3B-C9BFFEAE56ED}" type="presParOf" srcId="{7EF051C6-16F8-9845-8894-BB08F3C58F2A}" destId="{D871B2F5-3ED6-604E-AE12-3FE958A1EE1A}" srcOrd="0" destOrd="0" presId="urn:microsoft.com/office/officeart/2008/layout/NameandTitleOrganizationalChart"/>
    <dgm:cxn modelId="{878151F6-9872-3E4D-AA5D-CD0CA72418EB}" type="presParOf" srcId="{7EF051C6-16F8-9845-8894-BB08F3C58F2A}" destId="{4EDD115D-59BB-3C47-B0E6-FA9950890F81}" srcOrd="1" destOrd="0" presId="urn:microsoft.com/office/officeart/2008/layout/NameandTitleOrganizationalChart"/>
    <dgm:cxn modelId="{582AF9DA-740A-F344-AAE3-5C263C0A471C}" type="presParOf" srcId="{7EF051C6-16F8-9845-8894-BB08F3C58F2A}" destId="{238095FD-306C-164D-B39A-2EF228EDC9F2}" srcOrd="2" destOrd="0" presId="urn:microsoft.com/office/officeart/2008/layout/NameandTitleOrganizationalChart"/>
    <dgm:cxn modelId="{5A73E733-1B15-E141-8B94-BAE94F51E967}" type="presParOf" srcId="{2EDFA3F7-CA82-B243-806B-CB9A5BC5AFB0}" destId="{D54D7BC6-DBF6-8F4C-B1BD-73C2905DD75D}" srcOrd="1" destOrd="0" presId="urn:microsoft.com/office/officeart/2008/layout/NameandTitleOrganizationalChart"/>
    <dgm:cxn modelId="{DE0126AF-B392-3642-B00F-9DEEE32CEC63}" type="presParOf" srcId="{2EDFA3F7-CA82-B243-806B-CB9A5BC5AFB0}" destId="{6CB9E037-A835-9746-930B-919BB40A0036}" srcOrd="2" destOrd="0" presId="urn:microsoft.com/office/officeart/2008/layout/NameandTitleOrganizationalChart"/>
    <dgm:cxn modelId="{3C021339-ED91-3C41-A1C4-2CBCA938C042}" type="presParOf" srcId="{102C5E5B-F710-E44F-B9B7-F5C9E48FA6AE}" destId="{7660A954-F1B6-A84C-84B6-43C249E840A8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CB75F3B-631A-3347-A4EA-9749CE1D4E1E}" type="doc">
      <dgm:prSet loTypeId="urn:microsoft.com/office/officeart/2008/layout/NameandTitleOrganizationalChar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A92776E-DEA5-0B4B-A4DC-F9346676F524}">
      <dgm:prSet/>
      <dgm:spPr/>
      <dgm:t>
        <a:bodyPr/>
        <a:lstStyle/>
        <a:p>
          <a:r>
            <a:rPr lang="en-GB" noProof="0" dirty="0" err="1"/>
            <a:t>global.R</a:t>
          </a:r>
          <a:endParaRPr lang="en-GB" noProof="0" dirty="0"/>
        </a:p>
      </dgm:t>
    </dgm:pt>
    <dgm:pt modelId="{8DF385AA-124A-4042-B9CE-D7C554C5E4F4}" type="parTrans" cxnId="{DD65E9EE-E497-DD47-80EF-65F50570ABC3}">
      <dgm:prSet/>
      <dgm:spPr/>
      <dgm:t>
        <a:bodyPr/>
        <a:lstStyle/>
        <a:p>
          <a:endParaRPr lang="de-DE"/>
        </a:p>
      </dgm:t>
    </dgm:pt>
    <dgm:pt modelId="{446B36CD-156E-164D-AEC1-324192115FAA}" type="sibTrans" cxnId="{DD65E9EE-E497-DD47-80EF-65F50570ABC3}">
      <dgm:prSet/>
      <dgm:spPr/>
      <dgm:t>
        <a:bodyPr/>
        <a:lstStyle/>
        <a:p>
          <a:r>
            <a:rPr lang="en-GB" noProof="0" dirty="0"/>
            <a:t>Packages &amp; DB-connection</a:t>
          </a:r>
        </a:p>
      </dgm:t>
    </dgm:pt>
    <dgm:pt modelId="{4E7EEDD1-B6EF-F64A-8C85-C80AD1B42F1E}">
      <dgm:prSet/>
      <dgm:spPr/>
      <dgm:t>
        <a:bodyPr/>
        <a:lstStyle/>
        <a:p>
          <a:r>
            <a:rPr lang="en-GB" noProof="0" dirty="0" err="1"/>
            <a:t>ui.R</a:t>
          </a:r>
          <a:endParaRPr lang="en-GB" noProof="0" dirty="0"/>
        </a:p>
      </dgm:t>
    </dgm:pt>
    <dgm:pt modelId="{43932977-A54C-3440-BA8F-7BD63108A8F2}" type="parTrans" cxnId="{2F5F22BC-E225-0E4B-AEE5-F316150CFBD3}">
      <dgm:prSet/>
      <dgm:spPr/>
      <dgm:t>
        <a:bodyPr/>
        <a:lstStyle/>
        <a:p>
          <a:endParaRPr lang="de-DE"/>
        </a:p>
      </dgm:t>
    </dgm:pt>
    <dgm:pt modelId="{74214BD8-CF60-8B4A-8768-FAA56FA1015A}" type="sibTrans" cxnId="{2F5F22BC-E225-0E4B-AEE5-F316150CFBD3}">
      <dgm:prSet/>
      <dgm:spPr/>
      <dgm:t>
        <a:bodyPr/>
        <a:lstStyle/>
        <a:p>
          <a:r>
            <a:rPr lang="en-GB" noProof="0" dirty="0"/>
            <a:t>Interface</a:t>
          </a:r>
        </a:p>
      </dgm:t>
    </dgm:pt>
    <dgm:pt modelId="{946B2597-0E59-414C-974A-16AC5A8D8D52}">
      <dgm:prSet/>
      <dgm:spPr/>
      <dgm:t>
        <a:bodyPr/>
        <a:lstStyle/>
        <a:p>
          <a:r>
            <a:rPr lang="en-GB" noProof="0" dirty="0" err="1"/>
            <a:t>server.R</a:t>
          </a:r>
          <a:endParaRPr lang="en-GB" noProof="0" dirty="0"/>
        </a:p>
      </dgm:t>
    </dgm:pt>
    <dgm:pt modelId="{DB631AA3-4DA4-0A43-AF46-A9413955FF72}" type="parTrans" cxnId="{8FE989F1-B01D-0D4C-A292-FE527F603A0E}">
      <dgm:prSet/>
      <dgm:spPr/>
      <dgm:t>
        <a:bodyPr/>
        <a:lstStyle/>
        <a:p>
          <a:endParaRPr lang="de-DE"/>
        </a:p>
      </dgm:t>
    </dgm:pt>
    <dgm:pt modelId="{8B3EDF80-7D01-0547-A705-B68511E4872B}" type="sibTrans" cxnId="{8FE989F1-B01D-0D4C-A292-FE527F603A0E}">
      <dgm:prSet/>
      <dgm:spPr/>
      <dgm:t>
        <a:bodyPr/>
        <a:lstStyle/>
        <a:p>
          <a:r>
            <a:rPr lang="en-GB" noProof="0" dirty="0"/>
            <a:t>Logic</a:t>
          </a:r>
        </a:p>
      </dgm:t>
    </dgm:pt>
    <dgm:pt modelId="{84F6839C-1151-5646-8BCE-9E4B6CAFB0BE}" type="pres">
      <dgm:prSet presAssocID="{1CB75F3B-631A-3347-A4EA-9749CE1D4E1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02C5E5B-F710-E44F-B9B7-F5C9E48FA6AE}" type="pres">
      <dgm:prSet presAssocID="{BA92776E-DEA5-0B4B-A4DC-F9346676F524}" presName="hierRoot1" presStyleCnt="0">
        <dgm:presLayoutVars>
          <dgm:hierBranch val="init"/>
        </dgm:presLayoutVars>
      </dgm:prSet>
      <dgm:spPr/>
    </dgm:pt>
    <dgm:pt modelId="{1CEAB3E0-D4BE-794B-B2F0-341B74F70A17}" type="pres">
      <dgm:prSet presAssocID="{BA92776E-DEA5-0B4B-A4DC-F9346676F524}" presName="rootComposite1" presStyleCnt="0"/>
      <dgm:spPr/>
    </dgm:pt>
    <dgm:pt modelId="{CC3A8E3B-48A5-AF49-B47B-7EEFB8AB6DB2}" type="pres">
      <dgm:prSet presAssocID="{BA92776E-DEA5-0B4B-A4DC-F9346676F524}" presName="rootText1" presStyleLbl="node0" presStyleIdx="0" presStyleCnt="1">
        <dgm:presLayoutVars>
          <dgm:chMax/>
          <dgm:chPref val="3"/>
        </dgm:presLayoutVars>
      </dgm:prSet>
      <dgm:spPr/>
    </dgm:pt>
    <dgm:pt modelId="{08AC36A1-2B39-2F4F-A196-C4382C3E0C18}" type="pres">
      <dgm:prSet presAssocID="{BA92776E-DEA5-0B4B-A4DC-F9346676F524}" presName="titleText1" presStyleLbl="fgAcc0" presStyleIdx="0" presStyleCnt="1">
        <dgm:presLayoutVars>
          <dgm:chMax val="0"/>
          <dgm:chPref val="0"/>
        </dgm:presLayoutVars>
      </dgm:prSet>
      <dgm:spPr/>
    </dgm:pt>
    <dgm:pt modelId="{3FF8F50E-45DA-924E-A0C2-F8C2CD5E9D18}" type="pres">
      <dgm:prSet presAssocID="{BA92776E-DEA5-0B4B-A4DC-F9346676F524}" presName="rootConnector1" presStyleLbl="node1" presStyleIdx="0" presStyleCnt="2"/>
      <dgm:spPr/>
    </dgm:pt>
    <dgm:pt modelId="{7D92F1F8-6302-F44D-9A9F-21CD02564BA3}" type="pres">
      <dgm:prSet presAssocID="{BA92776E-DEA5-0B4B-A4DC-F9346676F524}" presName="hierChild2" presStyleCnt="0"/>
      <dgm:spPr/>
    </dgm:pt>
    <dgm:pt modelId="{FCB58A02-F7CB-D347-9072-E89E8514615A}" type="pres">
      <dgm:prSet presAssocID="{43932977-A54C-3440-BA8F-7BD63108A8F2}" presName="Name37" presStyleLbl="parChTrans1D2" presStyleIdx="0" presStyleCnt="2"/>
      <dgm:spPr/>
    </dgm:pt>
    <dgm:pt modelId="{9F16D75A-4D5E-724D-B987-5079820EA6B2}" type="pres">
      <dgm:prSet presAssocID="{4E7EEDD1-B6EF-F64A-8C85-C80AD1B42F1E}" presName="hierRoot2" presStyleCnt="0">
        <dgm:presLayoutVars>
          <dgm:hierBranch val="init"/>
        </dgm:presLayoutVars>
      </dgm:prSet>
      <dgm:spPr/>
    </dgm:pt>
    <dgm:pt modelId="{5165B4F0-64A9-9546-8A9B-E854621CE4A4}" type="pres">
      <dgm:prSet presAssocID="{4E7EEDD1-B6EF-F64A-8C85-C80AD1B42F1E}" presName="rootComposite" presStyleCnt="0"/>
      <dgm:spPr/>
    </dgm:pt>
    <dgm:pt modelId="{9990C53B-D781-7442-8731-2D1E12955702}" type="pres">
      <dgm:prSet presAssocID="{4E7EEDD1-B6EF-F64A-8C85-C80AD1B42F1E}" presName="rootText" presStyleLbl="node1" presStyleIdx="0" presStyleCnt="2">
        <dgm:presLayoutVars>
          <dgm:chMax/>
          <dgm:chPref val="3"/>
        </dgm:presLayoutVars>
      </dgm:prSet>
      <dgm:spPr/>
    </dgm:pt>
    <dgm:pt modelId="{7A674F75-0FC4-2F43-BF40-DA7DB2D34168}" type="pres">
      <dgm:prSet presAssocID="{4E7EEDD1-B6EF-F64A-8C85-C80AD1B42F1E}" presName="titleText2" presStyleLbl="fgAcc1" presStyleIdx="0" presStyleCnt="2">
        <dgm:presLayoutVars>
          <dgm:chMax val="0"/>
          <dgm:chPref val="0"/>
        </dgm:presLayoutVars>
      </dgm:prSet>
      <dgm:spPr/>
    </dgm:pt>
    <dgm:pt modelId="{40282289-C473-9044-AFB1-3857E4A922DB}" type="pres">
      <dgm:prSet presAssocID="{4E7EEDD1-B6EF-F64A-8C85-C80AD1B42F1E}" presName="rootConnector" presStyleLbl="node2" presStyleIdx="0" presStyleCnt="0"/>
      <dgm:spPr/>
    </dgm:pt>
    <dgm:pt modelId="{79FE0E8B-CD3A-AE45-AAD3-ED5D66DD985F}" type="pres">
      <dgm:prSet presAssocID="{4E7EEDD1-B6EF-F64A-8C85-C80AD1B42F1E}" presName="hierChild4" presStyleCnt="0"/>
      <dgm:spPr/>
    </dgm:pt>
    <dgm:pt modelId="{E325E98A-F355-D240-8463-9E7ACE4299F2}" type="pres">
      <dgm:prSet presAssocID="{4E7EEDD1-B6EF-F64A-8C85-C80AD1B42F1E}" presName="hierChild5" presStyleCnt="0"/>
      <dgm:spPr/>
    </dgm:pt>
    <dgm:pt modelId="{EA0865B9-D3E4-B74C-A86B-B58E894ADFB4}" type="pres">
      <dgm:prSet presAssocID="{DB631AA3-4DA4-0A43-AF46-A9413955FF72}" presName="Name37" presStyleLbl="parChTrans1D2" presStyleIdx="1" presStyleCnt="2"/>
      <dgm:spPr/>
    </dgm:pt>
    <dgm:pt modelId="{2EDFA3F7-CA82-B243-806B-CB9A5BC5AFB0}" type="pres">
      <dgm:prSet presAssocID="{946B2597-0E59-414C-974A-16AC5A8D8D52}" presName="hierRoot2" presStyleCnt="0">
        <dgm:presLayoutVars>
          <dgm:hierBranch val="init"/>
        </dgm:presLayoutVars>
      </dgm:prSet>
      <dgm:spPr/>
    </dgm:pt>
    <dgm:pt modelId="{7EF051C6-16F8-9845-8894-BB08F3C58F2A}" type="pres">
      <dgm:prSet presAssocID="{946B2597-0E59-414C-974A-16AC5A8D8D52}" presName="rootComposite" presStyleCnt="0"/>
      <dgm:spPr/>
    </dgm:pt>
    <dgm:pt modelId="{D871B2F5-3ED6-604E-AE12-3FE958A1EE1A}" type="pres">
      <dgm:prSet presAssocID="{946B2597-0E59-414C-974A-16AC5A8D8D52}" presName="rootText" presStyleLbl="node1" presStyleIdx="1" presStyleCnt="2">
        <dgm:presLayoutVars>
          <dgm:chMax/>
          <dgm:chPref val="3"/>
        </dgm:presLayoutVars>
      </dgm:prSet>
      <dgm:spPr/>
    </dgm:pt>
    <dgm:pt modelId="{4EDD115D-59BB-3C47-B0E6-FA9950890F81}" type="pres">
      <dgm:prSet presAssocID="{946B2597-0E59-414C-974A-16AC5A8D8D52}" presName="titleText2" presStyleLbl="fgAcc1" presStyleIdx="1" presStyleCnt="2">
        <dgm:presLayoutVars>
          <dgm:chMax val="0"/>
          <dgm:chPref val="0"/>
        </dgm:presLayoutVars>
      </dgm:prSet>
      <dgm:spPr/>
    </dgm:pt>
    <dgm:pt modelId="{238095FD-306C-164D-B39A-2EF228EDC9F2}" type="pres">
      <dgm:prSet presAssocID="{946B2597-0E59-414C-974A-16AC5A8D8D52}" presName="rootConnector" presStyleLbl="node2" presStyleIdx="0" presStyleCnt="0"/>
      <dgm:spPr/>
    </dgm:pt>
    <dgm:pt modelId="{D54D7BC6-DBF6-8F4C-B1BD-73C2905DD75D}" type="pres">
      <dgm:prSet presAssocID="{946B2597-0E59-414C-974A-16AC5A8D8D52}" presName="hierChild4" presStyleCnt="0"/>
      <dgm:spPr/>
    </dgm:pt>
    <dgm:pt modelId="{6CB9E037-A835-9746-930B-919BB40A0036}" type="pres">
      <dgm:prSet presAssocID="{946B2597-0E59-414C-974A-16AC5A8D8D52}" presName="hierChild5" presStyleCnt="0"/>
      <dgm:spPr/>
    </dgm:pt>
    <dgm:pt modelId="{7660A954-F1B6-A84C-84B6-43C249E840A8}" type="pres">
      <dgm:prSet presAssocID="{BA92776E-DEA5-0B4B-A4DC-F9346676F524}" presName="hierChild3" presStyleCnt="0"/>
      <dgm:spPr/>
    </dgm:pt>
  </dgm:ptLst>
  <dgm:cxnLst>
    <dgm:cxn modelId="{52630843-A0C5-A145-8472-07871FF3C741}" type="presOf" srcId="{DB631AA3-4DA4-0A43-AF46-A9413955FF72}" destId="{EA0865B9-D3E4-B74C-A86B-B58E894ADFB4}" srcOrd="0" destOrd="0" presId="urn:microsoft.com/office/officeart/2008/layout/NameandTitleOrganizationalChart"/>
    <dgm:cxn modelId="{048C4671-31B1-FD49-B2E4-2327EF8E3A73}" type="presOf" srcId="{946B2597-0E59-414C-974A-16AC5A8D8D52}" destId="{238095FD-306C-164D-B39A-2EF228EDC9F2}" srcOrd="1" destOrd="0" presId="urn:microsoft.com/office/officeart/2008/layout/NameandTitleOrganizationalChart"/>
    <dgm:cxn modelId="{098F8F72-6F18-6142-8029-E7980E9F4AEF}" type="presOf" srcId="{74214BD8-CF60-8B4A-8768-FAA56FA1015A}" destId="{7A674F75-0FC4-2F43-BF40-DA7DB2D34168}" srcOrd="0" destOrd="0" presId="urn:microsoft.com/office/officeart/2008/layout/NameandTitleOrganizationalChart"/>
    <dgm:cxn modelId="{3A9C3576-6D48-0647-BCC4-DE25068CBF05}" type="presOf" srcId="{4E7EEDD1-B6EF-F64A-8C85-C80AD1B42F1E}" destId="{40282289-C473-9044-AFB1-3857E4A922DB}" srcOrd="1" destOrd="0" presId="urn:microsoft.com/office/officeart/2008/layout/NameandTitleOrganizationalChart"/>
    <dgm:cxn modelId="{44F02377-5BC8-AF4D-BB36-918233DE2AB9}" type="presOf" srcId="{43932977-A54C-3440-BA8F-7BD63108A8F2}" destId="{FCB58A02-F7CB-D347-9072-E89E8514615A}" srcOrd="0" destOrd="0" presId="urn:microsoft.com/office/officeart/2008/layout/NameandTitleOrganizationalChart"/>
    <dgm:cxn modelId="{5E753B87-2593-3F4D-B4F7-A3E9D6AC4551}" type="presOf" srcId="{446B36CD-156E-164D-AEC1-324192115FAA}" destId="{08AC36A1-2B39-2F4F-A196-C4382C3E0C18}" srcOrd="0" destOrd="0" presId="urn:microsoft.com/office/officeart/2008/layout/NameandTitleOrganizationalChart"/>
    <dgm:cxn modelId="{3E4C23A0-309F-B441-B39D-5F753614EBD2}" type="presOf" srcId="{BA92776E-DEA5-0B4B-A4DC-F9346676F524}" destId="{3FF8F50E-45DA-924E-A0C2-F8C2CD5E9D18}" srcOrd="1" destOrd="0" presId="urn:microsoft.com/office/officeart/2008/layout/NameandTitleOrganizationalChart"/>
    <dgm:cxn modelId="{2F5F22BC-E225-0E4B-AEE5-F316150CFBD3}" srcId="{BA92776E-DEA5-0B4B-A4DC-F9346676F524}" destId="{4E7EEDD1-B6EF-F64A-8C85-C80AD1B42F1E}" srcOrd="0" destOrd="0" parTransId="{43932977-A54C-3440-BA8F-7BD63108A8F2}" sibTransId="{74214BD8-CF60-8B4A-8768-FAA56FA1015A}"/>
    <dgm:cxn modelId="{86562DCC-C819-F443-9539-70A18F6D0ED0}" type="presOf" srcId="{1CB75F3B-631A-3347-A4EA-9749CE1D4E1E}" destId="{84F6839C-1151-5646-8BCE-9E4B6CAFB0BE}" srcOrd="0" destOrd="0" presId="urn:microsoft.com/office/officeart/2008/layout/NameandTitleOrganizationalChart"/>
    <dgm:cxn modelId="{FB2D24DA-E1FA-C640-9A53-298B18ADFC0C}" type="presOf" srcId="{8B3EDF80-7D01-0547-A705-B68511E4872B}" destId="{4EDD115D-59BB-3C47-B0E6-FA9950890F81}" srcOrd="0" destOrd="0" presId="urn:microsoft.com/office/officeart/2008/layout/NameandTitleOrganizationalChart"/>
    <dgm:cxn modelId="{74FD76DA-D10A-4E4E-8392-39508EB13B2D}" type="presOf" srcId="{BA92776E-DEA5-0B4B-A4DC-F9346676F524}" destId="{CC3A8E3B-48A5-AF49-B47B-7EEFB8AB6DB2}" srcOrd="0" destOrd="0" presId="urn:microsoft.com/office/officeart/2008/layout/NameandTitleOrganizationalChart"/>
    <dgm:cxn modelId="{1BB45AE1-EA5C-3146-8D2E-313CA4038498}" type="presOf" srcId="{946B2597-0E59-414C-974A-16AC5A8D8D52}" destId="{D871B2F5-3ED6-604E-AE12-3FE958A1EE1A}" srcOrd="0" destOrd="0" presId="urn:microsoft.com/office/officeart/2008/layout/NameandTitleOrganizationalChart"/>
    <dgm:cxn modelId="{78D34FE9-0040-A940-A68F-0786B41EA99D}" type="presOf" srcId="{4E7EEDD1-B6EF-F64A-8C85-C80AD1B42F1E}" destId="{9990C53B-D781-7442-8731-2D1E12955702}" srcOrd="0" destOrd="0" presId="urn:microsoft.com/office/officeart/2008/layout/NameandTitleOrganizationalChart"/>
    <dgm:cxn modelId="{DD65E9EE-E497-DD47-80EF-65F50570ABC3}" srcId="{1CB75F3B-631A-3347-A4EA-9749CE1D4E1E}" destId="{BA92776E-DEA5-0B4B-A4DC-F9346676F524}" srcOrd="0" destOrd="0" parTransId="{8DF385AA-124A-4042-B9CE-D7C554C5E4F4}" sibTransId="{446B36CD-156E-164D-AEC1-324192115FAA}"/>
    <dgm:cxn modelId="{8FE989F1-B01D-0D4C-A292-FE527F603A0E}" srcId="{BA92776E-DEA5-0B4B-A4DC-F9346676F524}" destId="{946B2597-0E59-414C-974A-16AC5A8D8D52}" srcOrd="1" destOrd="0" parTransId="{DB631AA3-4DA4-0A43-AF46-A9413955FF72}" sibTransId="{8B3EDF80-7D01-0547-A705-B68511E4872B}"/>
    <dgm:cxn modelId="{BF2A821E-F582-D048-9D22-D0B7D3BF5507}" type="presParOf" srcId="{84F6839C-1151-5646-8BCE-9E4B6CAFB0BE}" destId="{102C5E5B-F710-E44F-B9B7-F5C9E48FA6AE}" srcOrd="0" destOrd="0" presId="urn:microsoft.com/office/officeart/2008/layout/NameandTitleOrganizationalChart"/>
    <dgm:cxn modelId="{D862D1D7-5AD4-DF4F-9798-B714A0D0AEB2}" type="presParOf" srcId="{102C5E5B-F710-E44F-B9B7-F5C9E48FA6AE}" destId="{1CEAB3E0-D4BE-794B-B2F0-341B74F70A17}" srcOrd="0" destOrd="0" presId="urn:microsoft.com/office/officeart/2008/layout/NameandTitleOrganizationalChart"/>
    <dgm:cxn modelId="{F73E49C8-73B6-F84C-AE8F-DE366D0AD149}" type="presParOf" srcId="{1CEAB3E0-D4BE-794B-B2F0-341B74F70A17}" destId="{CC3A8E3B-48A5-AF49-B47B-7EEFB8AB6DB2}" srcOrd="0" destOrd="0" presId="urn:microsoft.com/office/officeart/2008/layout/NameandTitleOrganizationalChart"/>
    <dgm:cxn modelId="{BEB47A36-323A-4E4D-8BDD-C215891E836B}" type="presParOf" srcId="{1CEAB3E0-D4BE-794B-B2F0-341B74F70A17}" destId="{08AC36A1-2B39-2F4F-A196-C4382C3E0C18}" srcOrd="1" destOrd="0" presId="urn:microsoft.com/office/officeart/2008/layout/NameandTitleOrganizationalChart"/>
    <dgm:cxn modelId="{28E3EC2D-35D0-514F-A601-9DF399CAB9FD}" type="presParOf" srcId="{1CEAB3E0-D4BE-794B-B2F0-341B74F70A17}" destId="{3FF8F50E-45DA-924E-A0C2-F8C2CD5E9D18}" srcOrd="2" destOrd="0" presId="urn:microsoft.com/office/officeart/2008/layout/NameandTitleOrganizationalChart"/>
    <dgm:cxn modelId="{14C27A34-08A3-1A43-80CE-2AF523C73CB3}" type="presParOf" srcId="{102C5E5B-F710-E44F-B9B7-F5C9E48FA6AE}" destId="{7D92F1F8-6302-F44D-9A9F-21CD02564BA3}" srcOrd="1" destOrd="0" presId="urn:microsoft.com/office/officeart/2008/layout/NameandTitleOrganizationalChart"/>
    <dgm:cxn modelId="{0A3397E9-53A8-1F4C-9B61-791BF9E8B0BD}" type="presParOf" srcId="{7D92F1F8-6302-F44D-9A9F-21CD02564BA3}" destId="{FCB58A02-F7CB-D347-9072-E89E8514615A}" srcOrd="0" destOrd="0" presId="urn:microsoft.com/office/officeart/2008/layout/NameandTitleOrganizationalChart"/>
    <dgm:cxn modelId="{0D6DCE8F-EA69-FE45-A8DE-77E63EA01A12}" type="presParOf" srcId="{7D92F1F8-6302-F44D-9A9F-21CD02564BA3}" destId="{9F16D75A-4D5E-724D-B987-5079820EA6B2}" srcOrd="1" destOrd="0" presId="urn:microsoft.com/office/officeart/2008/layout/NameandTitleOrganizationalChart"/>
    <dgm:cxn modelId="{65426663-B1FE-BC49-8399-ABFFACFAAE63}" type="presParOf" srcId="{9F16D75A-4D5E-724D-B987-5079820EA6B2}" destId="{5165B4F0-64A9-9546-8A9B-E854621CE4A4}" srcOrd="0" destOrd="0" presId="urn:microsoft.com/office/officeart/2008/layout/NameandTitleOrganizationalChart"/>
    <dgm:cxn modelId="{3C1E3DD7-58BB-504E-8955-89CC90722218}" type="presParOf" srcId="{5165B4F0-64A9-9546-8A9B-E854621CE4A4}" destId="{9990C53B-D781-7442-8731-2D1E12955702}" srcOrd="0" destOrd="0" presId="urn:microsoft.com/office/officeart/2008/layout/NameandTitleOrganizationalChart"/>
    <dgm:cxn modelId="{3BD9ABE1-D4F7-E341-9B2B-F8B17E955068}" type="presParOf" srcId="{5165B4F0-64A9-9546-8A9B-E854621CE4A4}" destId="{7A674F75-0FC4-2F43-BF40-DA7DB2D34168}" srcOrd="1" destOrd="0" presId="urn:microsoft.com/office/officeart/2008/layout/NameandTitleOrganizationalChart"/>
    <dgm:cxn modelId="{D976DEA1-893B-B54D-9072-34C535FB8F42}" type="presParOf" srcId="{5165B4F0-64A9-9546-8A9B-E854621CE4A4}" destId="{40282289-C473-9044-AFB1-3857E4A922DB}" srcOrd="2" destOrd="0" presId="urn:microsoft.com/office/officeart/2008/layout/NameandTitleOrganizationalChart"/>
    <dgm:cxn modelId="{54CC8CDA-7955-3D42-BCA1-2F702692F901}" type="presParOf" srcId="{9F16D75A-4D5E-724D-B987-5079820EA6B2}" destId="{79FE0E8B-CD3A-AE45-AAD3-ED5D66DD985F}" srcOrd="1" destOrd="0" presId="urn:microsoft.com/office/officeart/2008/layout/NameandTitleOrganizationalChart"/>
    <dgm:cxn modelId="{D2917652-0703-6642-9471-73722365EEFC}" type="presParOf" srcId="{9F16D75A-4D5E-724D-B987-5079820EA6B2}" destId="{E325E98A-F355-D240-8463-9E7ACE4299F2}" srcOrd="2" destOrd="0" presId="urn:microsoft.com/office/officeart/2008/layout/NameandTitleOrganizationalChart"/>
    <dgm:cxn modelId="{E130A28C-6780-F84D-83D7-97FE579CE30D}" type="presParOf" srcId="{7D92F1F8-6302-F44D-9A9F-21CD02564BA3}" destId="{EA0865B9-D3E4-B74C-A86B-B58E894ADFB4}" srcOrd="2" destOrd="0" presId="urn:microsoft.com/office/officeart/2008/layout/NameandTitleOrganizationalChart"/>
    <dgm:cxn modelId="{8ECA9859-39A4-E742-A7C1-4FA5C5870BEE}" type="presParOf" srcId="{7D92F1F8-6302-F44D-9A9F-21CD02564BA3}" destId="{2EDFA3F7-CA82-B243-806B-CB9A5BC5AFB0}" srcOrd="3" destOrd="0" presId="urn:microsoft.com/office/officeart/2008/layout/NameandTitleOrganizationalChart"/>
    <dgm:cxn modelId="{6B53CA24-A615-054D-92D2-06B49C7BF9B5}" type="presParOf" srcId="{2EDFA3F7-CA82-B243-806B-CB9A5BC5AFB0}" destId="{7EF051C6-16F8-9845-8894-BB08F3C58F2A}" srcOrd="0" destOrd="0" presId="urn:microsoft.com/office/officeart/2008/layout/NameandTitleOrganizationalChart"/>
    <dgm:cxn modelId="{489A2135-1FAE-1842-8F3B-C9BFFEAE56ED}" type="presParOf" srcId="{7EF051C6-16F8-9845-8894-BB08F3C58F2A}" destId="{D871B2F5-3ED6-604E-AE12-3FE958A1EE1A}" srcOrd="0" destOrd="0" presId="urn:microsoft.com/office/officeart/2008/layout/NameandTitleOrganizationalChart"/>
    <dgm:cxn modelId="{878151F6-9872-3E4D-AA5D-CD0CA72418EB}" type="presParOf" srcId="{7EF051C6-16F8-9845-8894-BB08F3C58F2A}" destId="{4EDD115D-59BB-3C47-B0E6-FA9950890F81}" srcOrd="1" destOrd="0" presId="urn:microsoft.com/office/officeart/2008/layout/NameandTitleOrganizationalChart"/>
    <dgm:cxn modelId="{582AF9DA-740A-F344-AAE3-5C263C0A471C}" type="presParOf" srcId="{7EF051C6-16F8-9845-8894-BB08F3C58F2A}" destId="{238095FD-306C-164D-B39A-2EF228EDC9F2}" srcOrd="2" destOrd="0" presId="urn:microsoft.com/office/officeart/2008/layout/NameandTitleOrganizationalChart"/>
    <dgm:cxn modelId="{5A73E733-1B15-E141-8B94-BAE94F51E967}" type="presParOf" srcId="{2EDFA3F7-CA82-B243-806B-CB9A5BC5AFB0}" destId="{D54D7BC6-DBF6-8F4C-B1BD-73C2905DD75D}" srcOrd="1" destOrd="0" presId="urn:microsoft.com/office/officeart/2008/layout/NameandTitleOrganizationalChart"/>
    <dgm:cxn modelId="{DE0126AF-B392-3642-B00F-9DEEE32CEC63}" type="presParOf" srcId="{2EDFA3F7-CA82-B243-806B-CB9A5BC5AFB0}" destId="{6CB9E037-A835-9746-930B-919BB40A0036}" srcOrd="2" destOrd="0" presId="urn:microsoft.com/office/officeart/2008/layout/NameandTitleOrganizationalChart"/>
    <dgm:cxn modelId="{3C021339-ED91-3C41-A1C4-2CBCA938C042}" type="presParOf" srcId="{102C5E5B-F710-E44F-B9B7-F5C9E48FA6AE}" destId="{7660A954-F1B6-A84C-84B6-43C249E840A8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6366E9-B4BC-3B42-856E-BA1ADA471DE6}">
      <dsp:nvSpPr>
        <dsp:cNvPr id="0" name=""/>
        <dsp:cNvSpPr/>
      </dsp:nvSpPr>
      <dsp:spPr>
        <a:xfrm>
          <a:off x="2062207" y="1586088"/>
          <a:ext cx="163443" cy="26044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04414"/>
              </a:lnTo>
              <a:lnTo>
                <a:pt x="163443" y="260441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17C1E0-7FAC-314C-A708-DE472B29704D}">
      <dsp:nvSpPr>
        <dsp:cNvPr id="0" name=""/>
        <dsp:cNvSpPr/>
      </dsp:nvSpPr>
      <dsp:spPr>
        <a:xfrm>
          <a:off x="2062207" y="1586088"/>
          <a:ext cx="171875" cy="16069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6946"/>
              </a:lnTo>
              <a:lnTo>
                <a:pt x="171875" y="160694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F5BB4F-2A88-314F-A156-D8209EA95BF3}">
      <dsp:nvSpPr>
        <dsp:cNvPr id="0" name=""/>
        <dsp:cNvSpPr/>
      </dsp:nvSpPr>
      <dsp:spPr>
        <a:xfrm>
          <a:off x="2062207" y="1586088"/>
          <a:ext cx="177852" cy="5919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1941"/>
              </a:lnTo>
              <a:lnTo>
                <a:pt x="177852" y="59194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551A75-3AFC-394C-B5BA-E47310038246}">
      <dsp:nvSpPr>
        <dsp:cNvPr id="0" name=""/>
        <dsp:cNvSpPr/>
      </dsp:nvSpPr>
      <dsp:spPr>
        <a:xfrm>
          <a:off x="1125353" y="649235"/>
          <a:ext cx="1873706" cy="9368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noProof="0" dirty="0" err="1"/>
            <a:t>shinyApp</a:t>
          </a:r>
          <a:endParaRPr lang="en-GB" sz="3500" kern="1200" noProof="0" dirty="0"/>
        </a:p>
      </dsp:txBody>
      <dsp:txXfrm>
        <a:off x="1125353" y="649235"/>
        <a:ext cx="1873706" cy="936853"/>
      </dsp:txXfrm>
    </dsp:sp>
    <dsp:sp modelId="{A3680C73-FB19-1E46-BBB9-F728F323E29E}">
      <dsp:nvSpPr>
        <dsp:cNvPr id="0" name=""/>
        <dsp:cNvSpPr/>
      </dsp:nvSpPr>
      <dsp:spPr>
        <a:xfrm>
          <a:off x="2240059" y="1709603"/>
          <a:ext cx="1873706" cy="9368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noProof="0" dirty="0" err="1"/>
            <a:t>global.R</a:t>
          </a:r>
          <a:endParaRPr lang="en-GB" sz="3500" kern="1200" noProof="0" dirty="0"/>
        </a:p>
      </dsp:txBody>
      <dsp:txXfrm>
        <a:off x="2240059" y="1709603"/>
        <a:ext cx="1873706" cy="936853"/>
      </dsp:txXfrm>
    </dsp:sp>
    <dsp:sp modelId="{042FDF10-C178-9F4E-BD8B-85F3CC4AD7FF}">
      <dsp:nvSpPr>
        <dsp:cNvPr id="0" name=""/>
        <dsp:cNvSpPr/>
      </dsp:nvSpPr>
      <dsp:spPr>
        <a:xfrm>
          <a:off x="2234082" y="2724608"/>
          <a:ext cx="1873706" cy="9368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noProof="0" dirty="0" err="1"/>
            <a:t>server.R</a:t>
          </a:r>
          <a:endParaRPr lang="en-GB" sz="3500" kern="1200" noProof="0" dirty="0"/>
        </a:p>
      </dsp:txBody>
      <dsp:txXfrm>
        <a:off x="2234082" y="2724608"/>
        <a:ext cx="1873706" cy="936853"/>
      </dsp:txXfrm>
    </dsp:sp>
    <dsp:sp modelId="{DAC0C59D-BC95-4E43-BF8E-C1C47EC0358B}">
      <dsp:nvSpPr>
        <dsp:cNvPr id="0" name=""/>
        <dsp:cNvSpPr/>
      </dsp:nvSpPr>
      <dsp:spPr>
        <a:xfrm>
          <a:off x="2225650" y="3722076"/>
          <a:ext cx="1873706" cy="9368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noProof="0" dirty="0" err="1"/>
            <a:t>ui.R</a:t>
          </a:r>
          <a:endParaRPr lang="en-GB" sz="3500" kern="1200" noProof="0" dirty="0"/>
        </a:p>
      </dsp:txBody>
      <dsp:txXfrm>
        <a:off x="2225650" y="3722076"/>
        <a:ext cx="1873706" cy="9368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0865B9-D3E4-B74C-A86B-B58E894ADFB4}">
      <dsp:nvSpPr>
        <dsp:cNvPr id="0" name=""/>
        <dsp:cNvSpPr/>
      </dsp:nvSpPr>
      <dsp:spPr>
        <a:xfrm>
          <a:off x="1733657" y="1917321"/>
          <a:ext cx="971757" cy="4333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8346"/>
              </a:lnTo>
              <a:lnTo>
                <a:pt x="971757" y="258346"/>
              </a:lnTo>
              <a:lnTo>
                <a:pt x="971757" y="43335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B58A02-F7CB-D347-9072-E89E8514615A}">
      <dsp:nvSpPr>
        <dsp:cNvPr id="0" name=""/>
        <dsp:cNvSpPr/>
      </dsp:nvSpPr>
      <dsp:spPr>
        <a:xfrm>
          <a:off x="761899" y="1917321"/>
          <a:ext cx="971757" cy="433355"/>
        </a:xfrm>
        <a:custGeom>
          <a:avLst/>
          <a:gdLst/>
          <a:ahLst/>
          <a:cxnLst/>
          <a:rect l="0" t="0" r="0" b="0"/>
          <a:pathLst>
            <a:path>
              <a:moveTo>
                <a:pt x="971757" y="0"/>
              </a:moveTo>
              <a:lnTo>
                <a:pt x="971757" y="258346"/>
              </a:lnTo>
              <a:lnTo>
                <a:pt x="0" y="258346"/>
              </a:lnTo>
              <a:lnTo>
                <a:pt x="0" y="43335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3A8E3B-48A5-AF49-B47B-7EEFB8AB6DB2}">
      <dsp:nvSpPr>
        <dsp:cNvPr id="0" name=""/>
        <dsp:cNvSpPr/>
      </dsp:nvSpPr>
      <dsp:spPr>
        <a:xfrm>
          <a:off x="1009340" y="1167283"/>
          <a:ext cx="1448634" cy="7500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05839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noProof="0" dirty="0" err="1"/>
            <a:t>global.R</a:t>
          </a:r>
          <a:endParaRPr lang="en-GB" sz="2900" kern="1200" noProof="0" dirty="0"/>
        </a:p>
      </dsp:txBody>
      <dsp:txXfrm>
        <a:off x="1009340" y="1167283"/>
        <a:ext cx="1448634" cy="750038"/>
      </dsp:txXfrm>
    </dsp:sp>
    <dsp:sp modelId="{08AC36A1-2B39-2F4F-A196-C4382C3E0C18}">
      <dsp:nvSpPr>
        <dsp:cNvPr id="0" name=""/>
        <dsp:cNvSpPr/>
      </dsp:nvSpPr>
      <dsp:spPr>
        <a:xfrm>
          <a:off x="1299067" y="1750646"/>
          <a:ext cx="1303770" cy="2500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noProof="0" dirty="0"/>
            <a:t>Packages &amp; DB-connection</a:t>
          </a:r>
        </a:p>
      </dsp:txBody>
      <dsp:txXfrm>
        <a:off x="1299067" y="1750646"/>
        <a:ext cx="1303770" cy="250012"/>
      </dsp:txXfrm>
    </dsp:sp>
    <dsp:sp modelId="{9990C53B-D781-7442-8731-2D1E12955702}">
      <dsp:nvSpPr>
        <dsp:cNvPr id="0" name=""/>
        <dsp:cNvSpPr/>
      </dsp:nvSpPr>
      <dsp:spPr>
        <a:xfrm>
          <a:off x="37582" y="2350677"/>
          <a:ext cx="1448634" cy="7500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05839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noProof="0" dirty="0" err="1"/>
            <a:t>ui.R</a:t>
          </a:r>
          <a:endParaRPr lang="en-GB" sz="2900" kern="1200" noProof="0" dirty="0"/>
        </a:p>
      </dsp:txBody>
      <dsp:txXfrm>
        <a:off x="37582" y="2350677"/>
        <a:ext cx="1448634" cy="750038"/>
      </dsp:txXfrm>
    </dsp:sp>
    <dsp:sp modelId="{7A674F75-0FC4-2F43-BF40-DA7DB2D34168}">
      <dsp:nvSpPr>
        <dsp:cNvPr id="0" name=""/>
        <dsp:cNvSpPr/>
      </dsp:nvSpPr>
      <dsp:spPr>
        <a:xfrm>
          <a:off x="327309" y="2934040"/>
          <a:ext cx="1303770" cy="2500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4318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noProof="0" dirty="0"/>
            <a:t>Interface</a:t>
          </a:r>
        </a:p>
      </dsp:txBody>
      <dsp:txXfrm>
        <a:off x="327309" y="2934040"/>
        <a:ext cx="1303770" cy="250012"/>
      </dsp:txXfrm>
    </dsp:sp>
    <dsp:sp modelId="{D871B2F5-3ED6-604E-AE12-3FE958A1EE1A}">
      <dsp:nvSpPr>
        <dsp:cNvPr id="0" name=""/>
        <dsp:cNvSpPr/>
      </dsp:nvSpPr>
      <dsp:spPr>
        <a:xfrm>
          <a:off x="1981098" y="2350677"/>
          <a:ext cx="1448634" cy="7500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05839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noProof="0" dirty="0" err="1"/>
            <a:t>server.R</a:t>
          </a:r>
          <a:endParaRPr lang="en-GB" sz="2900" kern="1200" noProof="0" dirty="0"/>
        </a:p>
      </dsp:txBody>
      <dsp:txXfrm>
        <a:off x="1981098" y="2350677"/>
        <a:ext cx="1448634" cy="750038"/>
      </dsp:txXfrm>
    </dsp:sp>
    <dsp:sp modelId="{4EDD115D-59BB-3C47-B0E6-FA9950890F81}">
      <dsp:nvSpPr>
        <dsp:cNvPr id="0" name=""/>
        <dsp:cNvSpPr/>
      </dsp:nvSpPr>
      <dsp:spPr>
        <a:xfrm>
          <a:off x="2270825" y="2934040"/>
          <a:ext cx="1303770" cy="2500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4318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noProof="0" dirty="0"/>
            <a:t>Logic</a:t>
          </a:r>
        </a:p>
      </dsp:txBody>
      <dsp:txXfrm>
        <a:off x="2270825" y="2934040"/>
        <a:ext cx="1303770" cy="2500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0865B9-D3E4-B74C-A86B-B58E894ADFB4}">
      <dsp:nvSpPr>
        <dsp:cNvPr id="0" name=""/>
        <dsp:cNvSpPr/>
      </dsp:nvSpPr>
      <dsp:spPr>
        <a:xfrm>
          <a:off x="1733657" y="1917321"/>
          <a:ext cx="971757" cy="4333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8346"/>
              </a:lnTo>
              <a:lnTo>
                <a:pt x="971757" y="258346"/>
              </a:lnTo>
              <a:lnTo>
                <a:pt x="971757" y="43335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B58A02-F7CB-D347-9072-E89E8514615A}">
      <dsp:nvSpPr>
        <dsp:cNvPr id="0" name=""/>
        <dsp:cNvSpPr/>
      </dsp:nvSpPr>
      <dsp:spPr>
        <a:xfrm>
          <a:off x="761899" y="1917321"/>
          <a:ext cx="971757" cy="433355"/>
        </a:xfrm>
        <a:custGeom>
          <a:avLst/>
          <a:gdLst/>
          <a:ahLst/>
          <a:cxnLst/>
          <a:rect l="0" t="0" r="0" b="0"/>
          <a:pathLst>
            <a:path>
              <a:moveTo>
                <a:pt x="971757" y="0"/>
              </a:moveTo>
              <a:lnTo>
                <a:pt x="971757" y="258346"/>
              </a:lnTo>
              <a:lnTo>
                <a:pt x="0" y="258346"/>
              </a:lnTo>
              <a:lnTo>
                <a:pt x="0" y="43335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3A8E3B-48A5-AF49-B47B-7EEFB8AB6DB2}">
      <dsp:nvSpPr>
        <dsp:cNvPr id="0" name=""/>
        <dsp:cNvSpPr/>
      </dsp:nvSpPr>
      <dsp:spPr>
        <a:xfrm>
          <a:off x="1009340" y="1167283"/>
          <a:ext cx="1448634" cy="7500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05839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noProof="0" dirty="0" err="1"/>
            <a:t>global.R</a:t>
          </a:r>
          <a:endParaRPr lang="en-GB" sz="2900" kern="1200" noProof="0" dirty="0"/>
        </a:p>
      </dsp:txBody>
      <dsp:txXfrm>
        <a:off x="1009340" y="1167283"/>
        <a:ext cx="1448634" cy="750038"/>
      </dsp:txXfrm>
    </dsp:sp>
    <dsp:sp modelId="{08AC36A1-2B39-2F4F-A196-C4382C3E0C18}">
      <dsp:nvSpPr>
        <dsp:cNvPr id="0" name=""/>
        <dsp:cNvSpPr/>
      </dsp:nvSpPr>
      <dsp:spPr>
        <a:xfrm>
          <a:off x="1299067" y="1750646"/>
          <a:ext cx="1303770" cy="2500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noProof="0" dirty="0"/>
            <a:t>Packages &amp; DB-connection</a:t>
          </a:r>
        </a:p>
      </dsp:txBody>
      <dsp:txXfrm>
        <a:off x="1299067" y="1750646"/>
        <a:ext cx="1303770" cy="250012"/>
      </dsp:txXfrm>
    </dsp:sp>
    <dsp:sp modelId="{9990C53B-D781-7442-8731-2D1E12955702}">
      <dsp:nvSpPr>
        <dsp:cNvPr id="0" name=""/>
        <dsp:cNvSpPr/>
      </dsp:nvSpPr>
      <dsp:spPr>
        <a:xfrm>
          <a:off x="37582" y="2350677"/>
          <a:ext cx="1448634" cy="7500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05839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noProof="0" dirty="0" err="1"/>
            <a:t>ui.R</a:t>
          </a:r>
          <a:endParaRPr lang="en-GB" sz="2900" kern="1200" noProof="0" dirty="0"/>
        </a:p>
      </dsp:txBody>
      <dsp:txXfrm>
        <a:off x="37582" y="2350677"/>
        <a:ext cx="1448634" cy="750038"/>
      </dsp:txXfrm>
    </dsp:sp>
    <dsp:sp modelId="{7A674F75-0FC4-2F43-BF40-DA7DB2D34168}">
      <dsp:nvSpPr>
        <dsp:cNvPr id="0" name=""/>
        <dsp:cNvSpPr/>
      </dsp:nvSpPr>
      <dsp:spPr>
        <a:xfrm>
          <a:off x="327309" y="2934040"/>
          <a:ext cx="1303770" cy="2500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4318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noProof="0" dirty="0"/>
            <a:t>Interface</a:t>
          </a:r>
        </a:p>
      </dsp:txBody>
      <dsp:txXfrm>
        <a:off x="327309" y="2934040"/>
        <a:ext cx="1303770" cy="250012"/>
      </dsp:txXfrm>
    </dsp:sp>
    <dsp:sp modelId="{D871B2F5-3ED6-604E-AE12-3FE958A1EE1A}">
      <dsp:nvSpPr>
        <dsp:cNvPr id="0" name=""/>
        <dsp:cNvSpPr/>
      </dsp:nvSpPr>
      <dsp:spPr>
        <a:xfrm>
          <a:off x="1981098" y="2350677"/>
          <a:ext cx="1448634" cy="7500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05839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noProof="0" dirty="0" err="1"/>
            <a:t>server.R</a:t>
          </a:r>
          <a:endParaRPr lang="en-GB" sz="2900" kern="1200" noProof="0" dirty="0"/>
        </a:p>
      </dsp:txBody>
      <dsp:txXfrm>
        <a:off x="1981098" y="2350677"/>
        <a:ext cx="1448634" cy="750038"/>
      </dsp:txXfrm>
    </dsp:sp>
    <dsp:sp modelId="{4EDD115D-59BB-3C47-B0E6-FA9950890F81}">
      <dsp:nvSpPr>
        <dsp:cNvPr id="0" name=""/>
        <dsp:cNvSpPr/>
      </dsp:nvSpPr>
      <dsp:spPr>
        <a:xfrm>
          <a:off x="2270825" y="2934040"/>
          <a:ext cx="1303770" cy="2500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4318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noProof="0" dirty="0"/>
            <a:t>Logic</a:t>
          </a:r>
        </a:p>
      </dsp:txBody>
      <dsp:txXfrm>
        <a:off x="2270825" y="2934040"/>
        <a:ext cx="1303770" cy="2500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0865B9-D3E4-B74C-A86B-B58E894ADFB4}">
      <dsp:nvSpPr>
        <dsp:cNvPr id="0" name=""/>
        <dsp:cNvSpPr/>
      </dsp:nvSpPr>
      <dsp:spPr>
        <a:xfrm>
          <a:off x="1733657" y="1917321"/>
          <a:ext cx="971757" cy="4333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8346"/>
              </a:lnTo>
              <a:lnTo>
                <a:pt x="971757" y="258346"/>
              </a:lnTo>
              <a:lnTo>
                <a:pt x="971757" y="43335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B58A02-F7CB-D347-9072-E89E8514615A}">
      <dsp:nvSpPr>
        <dsp:cNvPr id="0" name=""/>
        <dsp:cNvSpPr/>
      </dsp:nvSpPr>
      <dsp:spPr>
        <a:xfrm>
          <a:off x="761899" y="1917321"/>
          <a:ext cx="971757" cy="433355"/>
        </a:xfrm>
        <a:custGeom>
          <a:avLst/>
          <a:gdLst/>
          <a:ahLst/>
          <a:cxnLst/>
          <a:rect l="0" t="0" r="0" b="0"/>
          <a:pathLst>
            <a:path>
              <a:moveTo>
                <a:pt x="971757" y="0"/>
              </a:moveTo>
              <a:lnTo>
                <a:pt x="971757" y="258346"/>
              </a:lnTo>
              <a:lnTo>
                <a:pt x="0" y="258346"/>
              </a:lnTo>
              <a:lnTo>
                <a:pt x="0" y="43335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3A8E3B-48A5-AF49-B47B-7EEFB8AB6DB2}">
      <dsp:nvSpPr>
        <dsp:cNvPr id="0" name=""/>
        <dsp:cNvSpPr/>
      </dsp:nvSpPr>
      <dsp:spPr>
        <a:xfrm>
          <a:off x="1009340" y="1167283"/>
          <a:ext cx="1448634" cy="7500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05839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noProof="0" dirty="0" err="1"/>
            <a:t>global.R</a:t>
          </a:r>
          <a:endParaRPr lang="en-GB" sz="2900" kern="1200" noProof="0" dirty="0"/>
        </a:p>
      </dsp:txBody>
      <dsp:txXfrm>
        <a:off x="1009340" y="1167283"/>
        <a:ext cx="1448634" cy="750038"/>
      </dsp:txXfrm>
    </dsp:sp>
    <dsp:sp modelId="{08AC36A1-2B39-2F4F-A196-C4382C3E0C18}">
      <dsp:nvSpPr>
        <dsp:cNvPr id="0" name=""/>
        <dsp:cNvSpPr/>
      </dsp:nvSpPr>
      <dsp:spPr>
        <a:xfrm>
          <a:off x="1299067" y="1750646"/>
          <a:ext cx="1303770" cy="2500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noProof="0" dirty="0"/>
            <a:t>Packages &amp; DB-connection</a:t>
          </a:r>
        </a:p>
      </dsp:txBody>
      <dsp:txXfrm>
        <a:off x="1299067" y="1750646"/>
        <a:ext cx="1303770" cy="250012"/>
      </dsp:txXfrm>
    </dsp:sp>
    <dsp:sp modelId="{9990C53B-D781-7442-8731-2D1E12955702}">
      <dsp:nvSpPr>
        <dsp:cNvPr id="0" name=""/>
        <dsp:cNvSpPr/>
      </dsp:nvSpPr>
      <dsp:spPr>
        <a:xfrm>
          <a:off x="37582" y="2350677"/>
          <a:ext cx="1448634" cy="7500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05839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noProof="0" dirty="0" err="1"/>
            <a:t>ui.R</a:t>
          </a:r>
          <a:endParaRPr lang="en-GB" sz="2900" kern="1200" noProof="0" dirty="0"/>
        </a:p>
      </dsp:txBody>
      <dsp:txXfrm>
        <a:off x="37582" y="2350677"/>
        <a:ext cx="1448634" cy="750038"/>
      </dsp:txXfrm>
    </dsp:sp>
    <dsp:sp modelId="{7A674F75-0FC4-2F43-BF40-DA7DB2D34168}">
      <dsp:nvSpPr>
        <dsp:cNvPr id="0" name=""/>
        <dsp:cNvSpPr/>
      </dsp:nvSpPr>
      <dsp:spPr>
        <a:xfrm>
          <a:off x="327309" y="2934040"/>
          <a:ext cx="1303770" cy="2500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4318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noProof="0" dirty="0"/>
            <a:t>Interface</a:t>
          </a:r>
        </a:p>
      </dsp:txBody>
      <dsp:txXfrm>
        <a:off x="327309" y="2934040"/>
        <a:ext cx="1303770" cy="250012"/>
      </dsp:txXfrm>
    </dsp:sp>
    <dsp:sp modelId="{D871B2F5-3ED6-604E-AE12-3FE958A1EE1A}">
      <dsp:nvSpPr>
        <dsp:cNvPr id="0" name=""/>
        <dsp:cNvSpPr/>
      </dsp:nvSpPr>
      <dsp:spPr>
        <a:xfrm>
          <a:off x="1981098" y="2350677"/>
          <a:ext cx="1448634" cy="7500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05839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noProof="0" dirty="0" err="1"/>
            <a:t>server.R</a:t>
          </a:r>
          <a:endParaRPr lang="en-GB" sz="2900" kern="1200" noProof="0" dirty="0"/>
        </a:p>
      </dsp:txBody>
      <dsp:txXfrm>
        <a:off x="1981098" y="2350677"/>
        <a:ext cx="1448634" cy="750038"/>
      </dsp:txXfrm>
    </dsp:sp>
    <dsp:sp modelId="{4EDD115D-59BB-3C47-B0E6-FA9950890F81}">
      <dsp:nvSpPr>
        <dsp:cNvPr id="0" name=""/>
        <dsp:cNvSpPr/>
      </dsp:nvSpPr>
      <dsp:spPr>
        <a:xfrm>
          <a:off x="2270825" y="2934040"/>
          <a:ext cx="1303770" cy="2500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4318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noProof="0" dirty="0"/>
            <a:t>Logic</a:t>
          </a:r>
        </a:p>
      </dsp:txBody>
      <dsp:txXfrm>
        <a:off x="2270825" y="2934040"/>
        <a:ext cx="1303770" cy="2500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87E82DB-E45D-C4B8-2BB4-C54AA5645D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2275" cy="500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4A4EA54-E7A7-10D0-80DC-1FC71AC892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71913" y="0"/>
            <a:ext cx="2960687" cy="500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C1D599-9B83-49A3-8AA6-E18B351C5849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3B1CE1C-835F-3CBA-FD16-D672BA5055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78963"/>
            <a:ext cx="2962275" cy="500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6A75559-8E2B-54C1-E833-41DA077227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71913" y="9478963"/>
            <a:ext cx="2960687" cy="500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E6839-2882-40F9-8367-1C2518A83E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12530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62275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000" tIns="48000" rIns="96000" bIns="480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70325" y="0"/>
            <a:ext cx="2962275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000" tIns="48000" rIns="96000" bIns="480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2075" y="749300"/>
            <a:ext cx="6650038" cy="37417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2625" y="4740275"/>
            <a:ext cx="5468938" cy="448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000" tIns="48000" rIns="96000" bIns="480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78963"/>
            <a:ext cx="2962275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000" tIns="48000" rIns="96000" bIns="480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70325" y="9478963"/>
            <a:ext cx="2962275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000" tIns="48000" rIns="96000" bIns="480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‹Nr.›</a:t>
            </a:fld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ab60d5c91_0_44:notes"/>
          <p:cNvSpPr txBox="1">
            <a:spLocks noGrp="1"/>
          </p:cNvSpPr>
          <p:nvPr>
            <p:ph type="body" idx="1"/>
          </p:nvPr>
        </p:nvSpPr>
        <p:spPr>
          <a:xfrm>
            <a:off x="682625" y="4740275"/>
            <a:ext cx="5469000" cy="4489500"/>
          </a:xfrm>
          <a:prstGeom prst="rect">
            <a:avLst/>
          </a:prstGeom>
        </p:spPr>
        <p:txBody>
          <a:bodyPr spcFirstLastPara="1" wrap="square" lIns="96000" tIns="48000" rIns="96000" bIns="480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36ab60d5c91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9300"/>
            <a:ext cx="6650038" cy="37417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>
            <a:spLocks noGrp="1"/>
          </p:cNvSpPr>
          <p:nvPr>
            <p:ph type="body" idx="1"/>
          </p:nvPr>
        </p:nvSpPr>
        <p:spPr>
          <a:xfrm>
            <a:off x="682625" y="4740275"/>
            <a:ext cx="5468938" cy="4489450"/>
          </a:xfrm>
          <a:prstGeom prst="rect">
            <a:avLst/>
          </a:prstGeom>
        </p:spPr>
        <p:txBody>
          <a:bodyPr spcFirstLastPara="1" wrap="square" lIns="96000" tIns="48000" rIns="96000" bIns="480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9300"/>
            <a:ext cx="6650038" cy="37417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goal of the backend was to create a stable and consistent data foundation for the entire project.</a:t>
            </a:r>
            <a:br>
              <a:rPr lang="en-US" dirty="0"/>
            </a:br>
            <a:r>
              <a:rPr lang="en-US" dirty="0"/>
              <a:t>A key focus was the conscious selection of data types to ensure valid and reliable data.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3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lang="de-DE"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3110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database is structured into three main tables.</a:t>
            </a:r>
            <a:br>
              <a:rPr lang="en-US" dirty="0"/>
            </a:br>
            <a:r>
              <a:rPr lang="en-US" dirty="0"/>
              <a:t>This separation helps avoid redundant data and ensures a clear relationship between students, exams, and grades.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3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lang="de-DE"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976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this slide, I want to explain why we carefully selected different data types for our database fields.</a:t>
            </a:r>
          </a:p>
          <a:p>
            <a:r>
              <a:rPr lang="en-US" dirty="0"/>
              <a:t>Grades are stored as </a:t>
            </a:r>
            <a:r>
              <a:rPr lang="en-US" b="1" dirty="0"/>
              <a:t>decimal values</a:t>
            </a:r>
            <a:r>
              <a:rPr lang="en-US" dirty="0"/>
              <a:t>, because in academic grading systems grades are not always whole numbers. For example, values like </a:t>
            </a:r>
            <a:r>
              <a:rPr lang="en-US" i="1" dirty="0"/>
              <a:t>1.3</a:t>
            </a:r>
            <a:r>
              <a:rPr lang="en-US" dirty="0"/>
              <a:t> or </a:t>
            </a:r>
            <a:r>
              <a:rPr lang="en-US" i="1" dirty="0"/>
              <a:t>2.7</a:t>
            </a:r>
            <a:r>
              <a:rPr lang="en-US" dirty="0"/>
              <a:t> must be stored precisely. Using a decimal data type avoids rounding errors and ensures accurate calculations.</a:t>
            </a:r>
          </a:p>
          <a:p>
            <a:r>
              <a:rPr lang="en-US" dirty="0"/>
              <a:t>The </a:t>
            </a:r>
            <a:r>
              <a:rPr lang="en-US" b="1" dirty="0"/>
              <a:t>semester</a:t>
            </a:r>
            <a:r>
              <a:rPr lang="en-US" dirty="0"/>
              <a:t> is stored as an </a:t>
            </a:r>
            <a:r>
              <a:rPr lang="en-US" b="1" dirty="0"/>
              <a:t>integer</a:t>
            </a:r>
            <a:r>
              <a:rPr lang="en-US" dirty="0"/>
              <a:t>, since it always represents a whole number. Allowing decimal values would not make sense in this context and could lead to invalid data.</a:t>
            </a:r>
          </a:p>
          <a:p>
            <a:r>
              <a:rPr lang="en-US" dirty="0"/>
              <a:t>For general textual information, such as names, we use standard </a:t>
            </a:r>
            <a:r>
              <a:rPr lang="en-US" b="1" dirty="0"/>
              <a:t>text fields</a:t>
            </a:r>
            <a:r>
              <a:rPr lang="en-US" dirty="0"/>
              <a:t>. These are flexible and well-suited for free-form input where no strict length limitation is required.</a:t>
            </a:r>
          </a:p>
          <a:p>
            <a:r>
              <a:rPr lang="en-US" dirty="0"/>
              <a:t>However, for fields like the </a:t>
            </a:r>
            <a:r>
              <a:rPr lang="en-US" b="1" dirty="0"/>
              <a:t>course of study</a:t>
            </a:r>
            <a:r>
              <a:rPr lang="en-US" dirty="0"/>
              <a:t>, we use </a:t>
            </a:r>
            <a:r>
              <a:rPr lang="en-US" b="1" dirty="0"/>
              <a:t>VARCHAR with a defined length</a:t>
            </a:r>
            <a:r>
              <a:rPr lang="en-US" dirty="0"/>
              <a:t>. This allows us to control the maximum input size, prevent unrealistic entries, and ensure consistent data quality across the database.</a:t>
            </a:r>
          </a:p>
          <a:p>
            <a:r>
              <a:rPr lang="en-US" dirty="0"/>
              <a:t>Overall, choosing the correct data types helps us maintain data integrity and reduces the risk of invalid or inconsistent data.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3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lang="de-DE"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9013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CBA84AB4-D0D7-D3CB-971F-96E363FBA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ab60d5c91_0_44:notes">
            <a:extLst>
              <a:ext uri="{FF2B5EF4-FFF2-40B4-BE49-F238E27FC236}">
                <a16:creationId xmlns:a16="http://schemas.microsoft.com/office/drawing/2014/main" id="{196DB421-BAFE-AD70-9FDA-AAC7068D2E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2625" y="4740275"/>
            <a:ext cx="5469000" cy="4489500"/>
          </a:xfrm>
          <a:prstGeom prst="rect">
            <a:avLst/>
          </a:prstGeom>
        </p:spPr>
        <p:txBody>
          <a:bodyPr spcFirstLastPara="1" wrap="square" lIns="96000" tIns="48000" rIns="96000" bIns="480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36ab60d5c91_0_44:notes">
            <a:extLst>
              <a:ext uri="{FF2B5EF4-FFF2-40B4-BE49-F238E27FC236}">
                <a16:creationId xmlns:a16="http://schemas.microsoft.com/office/drawing/2014/main" id="{13398495-7982-AA28-CFA8-BE9FB1B24B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9300"/>
            <a:ext cx="6650038" cy="37417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9867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foli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/>
          <p:nvPr/>
        </p:nvSpPr>
        <p:spPr>
          <a:xfrm>
            <a:off x="0" y="6494464"/>
            <a:ext cx="12192000" cy="3635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3"/>
          <p:cNvSpPr/>
          <p:nvPr/>
        </p:nvSpPr>
        <p:spPr>
          <a:xfrm>
            <a:off x="0" y="533401"/>
            <a:ext cx="12192000" cy="365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accen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" name="Google Shape;22;p13"/>
          <p:cNvSpPr txBox="1">
            <a:spLocks noGrp="1"/>
          </p:cNvSpPr>
          <p:nvPr>
            <p:ph type="ctrTitle"/>
          </p:nvPr>
        </p:nvSpPr>
        <p:spPr>
          <a:xfrm>
            <a:off x="2446867" y="1844676"/>
            <a:ext cx="9033933" cy="158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subTitle" idx="1"/>
          </p:nvPr>
        </p:nvSpPr>
        <p:spPr>
          <a:xfrm>
            <a:off x="2446867" y="3581400"/>
            <a:ext cx="9036051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240"/>
              </a:spcBef>
              <a:spcAft>
                <a:spcPts val="0"/>
              </a:spcAft>
              <a:buSzPts val="1920"/>
              <a:buFont typeface="Arial"/>
              <a:buNone/>
              <a:defRPr sz="2400"/>
            </a:lvl1pPr>
            <a:lvl2pPr lvl="1" algn="l">
              <a:spcBef>
                <a:spcPts val="48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spcBef>
                <a:spcPts val="18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spcBef>
                <a:spcPts val="18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spcBef>
                <a:spcPts val="180"/>
              </a:spcBef>
              <a:spcAft>
                <a:spcPts val="0"/>
              </a:spcAft>
              <a:buSzPts val="1800"/>
              <a:buChar char="»"/>
              <a:defRPr/>
            </a:lvl5pPr>
            <a:lvl6pPr lvl="5" algn="l">
              <a:spcBef>
                <a:spcPts val="180"/>
              </a:spcBef>
              <a:spcAft>
                <a:spcPts val="0"/>
              </a:spcAft>
              <a:buSzPts val="1800"/>
              <a:buChar char="»"/>
              <a:defRPr/>
            </a:lvl6pPr>
            <a:lvl7pPr lvl="6" algn="l">
              <a:spcBef>
                <a:spcPts val="180"/>
              </a:spcBef>
              <a:spcAft>
                <a:spcPts val="0"/>
              </a:spcAft>
              <a:buSzPts val="1800"/>
              <a:buChar char="»"/>
              <a:defRPr/>
            </a:lvl7pPr>
            <a:lvl8pPr lvl="7" algn="l">
              <a:spcBef>
                <a:spcPts val="180"/>
              </a:spcBef>
              <a:spcAft>
                <a:spcPts val="0"/>
              </a:spcAft>
              <a:buSzPts val="1800"/>
              <a:buChar char="»"/>
              <a:defRPr/>
            </a:lvl8pPr>
            <a:lvl9pPr lvl="8" algn="l">
              <a:spcBef>
                <a:spcPts val="180"/>
              </a:spcBef>
              <a:spcAft>
                <a:spcPts val="18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345018" y="6584950"/>
            <a:ext cx="1678516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642BE58-3F5C-452F-ADE7-67CC928A6470}" type="datetime1">
              <a:rPr lang="de-DE" smtClean="0"/>
              <a:t>19.01.2026</a:t>
            </a:fld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sldNum" idx="12"/>
          </p:nvPr>
        </p:nvSpPr>
        <p:spPr>
          <a:xfrm>
            <a:off x="10657418" y="6584950"/>
            <a:ext cx="1200149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6" name="Google Shape;26;p13"/>
          <p:cNvSpPr txBox="1">
            <a:spLocks noGrp="1"/>
          </p:cNvSpPr>
          <p:nvPr>
            <p:ph type="ftr" idx="11"/>
          </p:nvPr>
        </p:nvSpPr>
        <p:spPr>
          <a:xfrm>
            <a:off x="2256367" y="6584950"/>
            <a:ext cx="7679267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e-DE"/>
              <a:t>Dimitrios Saltsoglidis, Johannes Schmid und Philip Eßwein</a:t>
            </a:r>
            <a:endParaRPr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BD70105-78BC-81C8-12D6-9B9464A4E7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6758" y="71800"/>
            <a:ext cx="2515340" cy="387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 type="obj">
  <p:cSld name="Titel und Inhal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19667" y="617538"/>
            <a:ext cx="111379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19667" y="1412876"/>
            <a:ext cx="11137900" cy="497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spcBef>
                <a:spcPts val="180"/>
              </a:spcBef>
              <a:spcAft>
                <a:spcPts val="0"/>
              </a:spcAft>
              <a:buSzPts val="1440"/>
              <a:buChar char="●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18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8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18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18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spcBef>
                <a:spcPts val="18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spcBef>
                <a:spcPts val="18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180"/>
              </a:spcBef>
              <a:spcAft>
                <a:spcPts val="18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ftr" idx="11"/>
          </p:nvPr>
        </p:nvSpPr>
        <p:spPr>
          <a:xfrm>
            <a:off x="2256367" y="6584950"/>
            <a:ext cx="7679267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e-DE"/>
              <a:t>Dimitrios Saltsoglidis, Johannes Schmid und Philip Eßwein</a:t>
            </a:r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dt" idx="10"/>
          </p:nvPr>
        </p:nvSpPr>
        <p:spPr>
          <a:xfrm>
            <a:off x="345018" y="6584950"/>
            <a:ext cx="1678516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6404F11-8962-42D1-8DAE-97444C5ECC93}" type="datetime1">
              <a:rPr lang="de-DE" smtClean="0"/>
              <a:t>19.01.2026</a:t>
            </a:fld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10657418" y="6584950"/>
            <a:ext cx="1200149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schnittsüberschrift" type="secHead">
  <p:cSld name="Abschnittsüberschrif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SzPts val="1600"/>
              <a:buNone/>
              <a:defRPr sz="20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spcBef>
                <a:spcPts val="18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spcBef>
                <a:spcPts val="16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marL="2286000" lvl="4" indent="-228600" algn="l">
              <a:spcBef>
                <a:spcPts val="14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marL="2743200" lvl="5" indent="-228600" algn="l">
              <a:spcBef>
                <a:spcPts val="14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marL="3200400" lvl="6" indent="-228600" algn="l">
              <a:spcBef>
                <a:spcPts val="14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marL="3657600" lvl="7" indent="-228600" algn="l">
              <a:spcBef>
                <a:spcPts val="14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marL="4114800" lvl="8" indent="-228600" algn="l">
              <a:spcBef>
                <a:spcPts val="140"/>
              </a:spcBef>
              <a:spcAft>
                <a:spcPts val="140"/>
              </a:spcAft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ftr" idx="11"/>
          </p:nvPr>
        </p:nvSpPr>
        <p:spPr>
          <a:xfrm>
            <a:off x="2256367" y="6584950"/>
            <a:ext cx="7679267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e-DE"/>
              <a:t>Dimitrios Saltsoglidis, Johannes Schmid und Philip Eßwein</a:t>
            </a:r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345018" y="6584950"/>
            <a:ext cx="1678516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71286AC-39F5-4BB0-9332-EEBE2AC8D39F}" type="datetime1">
              <a:rPr lang="de-DE" smtClean="0"/>
              <a:t>19.01.2026</a:t>
            </a:fld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sldNum" idx="12"/>
          </p:nvPr>
        </p:nvSpPr>
        <p:spPr>
          <a:xfrm>
            <a:off x="10657418" y="6584950"/>
            <a:ext cx="1200149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" type="twoObj">
  <p:cSld name="Zwei Inhalte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6"/>
          <p:cNvSpPr txBox="1">
            <a:spLocks noGrp="1"/>
          </p:cNvSpPr>
          <p:nvPr>
            <p:ph type="title"/>
          </p:nvPr>
        </p:nvSpPr>
        <p:spPr>
          <a:xfrm>
            <a:off x="719667" y="617538"/>
            <a:ext cx="111379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1"/>
          </p:nvPr>
        </p:nvSpPr>
        <p:spPr>
          <a:xfrm>
            <a:off x="719667" y="1412876"/>
            <a:ext cx="5467351" cy="497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70840" algn="l">
              <a:spcBef>
                <a:spcPts val="280"/>
              </a:spcBef>
              <a:spcAft>
                <a:spcPts val="0"/>
              </a:spcAft>
              <a:buSzPts val="2240"/>
              <a:buChar char="●"/>
              <a:defRPr sz="2800"/>
            </a:lvl1pPr>
            <a:lvl2pPr marL="914400" lvl="1" indent="-381000" algn="l">
              <a:spcBef>
                <a:spcPts val="560"/>
              </a:spcBef>
              <a:spcAft>
                <a:spcPts val="0"/>
              </a:spcAft>
              <a:buSzPts val="2400"/>
              <a:buChar char="▪"/>
              <a:defRPr sz="2400"/>
            </a:lvl2pPr>
            <a:lvl3pPr marL="1371600" lvl="2" indent="-355600" algn="l">
              <a:spcBef>
                <a:spcPts val="24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spcBef>
                <a:spcPts val="20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18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18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18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18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180"/>
              </a:spcBef>
              <a:spcAft>
                <a:spcPts val="180"/>
              </a:spcAft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2"/>
          </p:nvPr>
        </p:nvSpPr>
        <p:spPr>
          <a:xfrm>
            <a:off x="6390218" y="1412876"/>
            <a:ext cx="5467349" cy="497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70840" algn="l">
              <a:spcBef>
                <a:spcPts val="280"/>
              </a:spcBef>
              <a:spcAft>
                <a:spcPts val="0"/>
              </a:spcAft>
              <a:buSzPts val="2240"/>
              <a:buChar char="●"/>
              <a:defRPr sz="2800"/>
            </a:lvl1pPr>
            <a:lvl2pPr marL="914400" lvl="1" indent="-381000" algn="l">
              <a:spcBef>
                <a:spcPts val="560"/>
              </a:spcBef>
              <a:spcAft>
                <a:spcPts val="0"/>
              </a:spcAft>
              <a:buSzPts val="2400"/>
              <a:buChar char="▪"/>
              <a:defRPr sz="2400"/>
            </a:lvl2pPr>
            <a:lvl3pPr marL="1371600" lvl="2" indent="-355600" algn="l">
              <a:spcBef>
                <a:spcPts val="24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spcBef>
                <a:spcPts val="20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18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18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18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18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180"/>
              </a:spcBef>
              <a:spcAft>
                <a:spcPts val="180"/>
              </a:spcAft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ftr" idx="11"/>
          </p:nvPr>
        </p:nvSpPr>
        <p:spPr>
          <a:xfrm>
            <a:off x="2256367" y="6584950"/>
            <a:ext cx="7679267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e-DE"/>
              <a:t>Dimitrios Saltsoglidis, Johannes Schmid und Philip Eßwein</a:t>
            </a:r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dt" idx="10"/>
          </p:nvPr>
        </p:nvSpPr>
        <p:spPr>
          <a:xfrm>
            <a:off x="345018" y="6584950"/>
            <a:ext cx="1678516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DCA442F-0B4E-439C-8EBC-9076209E1E21}" type="datetime1">
              <a:rPr lang="de-DE" smtClean="0"/>
              <a:t>19.01.2026</a:t>
            </a:fld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sldNum" idx="12"/>
          </p:nvPr>
        </p:nvSpPr>
        <p:spPr>
          <a:xfrm>
            <a:off x="10657418" y="6584950"/>
            <a:ext cx="1200149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" type="blank">
  <p:cSld name="Le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>
            <a:spLocks noGrp="1"/>
          </p:cNvSpPr>
          <p:nvPr>
            <p:ph type="ftr" idx="11"/>
          </p:nvPr>
        </p:nvSpPr>
        <p:spPr>
          <a:xfrm>
            <a:off x="2256367" y="6584950"/>
            <a:ext cx="7679267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e-DE"/>
              <a:t>Dimitrios Saltsoglidis, Johannes Schmid und Philip Eßwein</a:t>
            </a:r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dt" idx="10"/>
          </p:nvPr>
        </p:nvSpPr>
        <p:spPr>
          <a:xfrm>
            <a:off x="345018" y="6584950"/>
            <a:ext cx="1678516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B9A8C11C-380F-4ED4-B5E5-A41BB85EAFE4}" type="datetime1">
              <a:rPr lang="de-DE" smtClean="0"/>
              <a:t>19.01.2026</a:t>
            </a:fld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sldNum" idx="12"/>
          </p:nvPr>
        </p:nvSpPr>
        <p:spPr>
          <a:xfrm>
            <a:off x="10657418" y="6584950"/>
            <a:ext cx="1200149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 mit Überschrift" type="objTx">
  <p:cSld name="Inhalt mit Überschrif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91160" algn="l">
              <a:spcBef>
                <a:spcPts val="320"/>
              </a:spcBef>
              <a:spcAft>
                <a:spcPts val="0"/>
              </a:spcAft>
              <a:buSzPts val="2560"/>
              <a:buChar char="●"/>
              <a:defRPr sz="3200"/>
            </a:lvl1pPr>
            <a:lvl2pPr marL="914400" lvl="1" indent="-406400" algn="l">
              <a:spcBef>
                <a:spcPts val="640"/>
              </a:spcBef>
              <a:spcAft>
                <a:spcPts val="0"/>
              </a:spcAft>
              <a:buSzPts val="2800"/>
              <a:buChar char="▪"/>
              <a:defRPr sz="2800"/>
            </a:lvl2pPr>
            <a:lvl3pPr marL="1371600" lvl="2" indent="-381000" algn="l">
              <a:spcBef>
                <a:spcPts val="28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spcBef>
                <a:spcPts val="24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4pPr>
            <a:lvl5pPr marL="2286000" lvl="4" indent="-355600" algn="l">
              <a:spcBef>
                <a:spcPts val="2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5pPr>
            <a:lvl6pPr marL="2743200" lvl="5" indent="-355600" algn="l">
              <a:spcBef>
                <a:spcPts val="2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6pPr>
            <a:lvl7pPr marL="3200400" lvl="6" indent="-355600" algn="l">
              <a:spcBef>
                <a:spcPts val="2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7pPr>
            <a:lvl8pPr marL="3657600" lvl="7" indent="-355600" algn="l">
              <a:spcBef>
                <a:spcPts val="2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8pPr>
            <a:lvl9pPr marL="4114800" lvl="8" indent="-355600" algn="l">
              <a:spcBef>
                <a:spcPts val="200"/>
              </a:spcBef>
              <a:spcAft>
                <a:spcPts val="200"/>
              </a:spcAft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14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2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90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90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90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90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90"/>
              </a:spcBef>
              <a:spcAft>
                <a:spcPts val="90"/>
              </a:spcAft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2256367" y="6584950"/>
            <a:ext cx="7679267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e-DE"/>
              <a:t>Dimitrios Saltsoglidis, Johannes Schmid und Philip Eßwein</a:t>
            </a:r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dt" idx="10"/>
          </p:nvPr>
        </p:nvSpPr>
        <p:spPr>
          <a:xfrm>
            <a:off x="345018" y="6584950"/>
            <a:ext cx="1678516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A990BFE-B5A4-49F4-AB74-BC3AEDDC29DF}" type="datetime1">
              <a:rPr lang="de-DE" smtClean="0"/>
              <a:t>19.01.2026</a:t>
            </a:fld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sldNum" idx="12"/>
          </p:nvPr>
        </p:nvSpPr>
        <p:spPr>
          <a:xfrm>
            <a:off x="10657418" y="6584950"/>
            <a:ext cx="1200149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ld mit Überschrift" type="picTx">
  <p:cSld name="Bild mit Überschrif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1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14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2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90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90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90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90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90"/>
              </a:spcBef>
              <a:spcAft>
                <a:spcPts val="90"/>
              </a:spcAft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2256367" y="6584950"/>
            <a:ext cx="7679267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e-DE"/>
              <a:t>Dimitrios Saltsoglidis, Johannes Schmid und Philip Eßwein</a:t>
            </a:r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dt" idx="10"/>
          </p:nvPr>
        </p:nvSpPr>
        <p:spPr>
          <a:xfrm>
            <a:off x="345018" y="6584950"/>
            <a:ext cx="1678516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CC7F627-7AAB-4102-8DEF-34B56D05A9C9}" type="datetime1">
              <a:rPr lang="de-DE" smtClean="0"/>
              <a:t>19.01.2026</a:t>
            </a:fld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10657418" y="6584950"/>
            <a:ext cx="1200149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vertikaler Text" type="vertTx">
  <p:cSld name="Titel und vertikaler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>
            <a:off x="719667" y="617538"/>
            <a:ext cx="111379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 rot="5400000">
            <a:off x="3803386" y="-1670843"/>
            <a:ext cx="4970463" cy="111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spcBef>
                <a:spcPts val="180"/>
              </a:spcBef>
              <a:spcAft>
                <a:spcPts val="0"/>
              </a:spcAft>
              <a:buSzPts val="1440"/>
              <a:buChar char="●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18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8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18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18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spcBef>
                <a:spcPts val="18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spcBef>
                <a:spcPts val="18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180"/>
              </a:spcBef>
              <a:spcAft>
                <a:spcPts val="18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ftr" idx="11"/>
          </p:nvPr>
        </p:nvSpPr>
        <p:spPr>
          <a:xfrm>
            <a:off x="2256367" y="6584950"/>
            <a:ext cx="7679267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e-DE"/>
              <a:t>Dimitrios Saltsoglidis, Johannes Schmid und Philip Eßwein</a:t>
            </a:r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dt" idx="10"/>
          </p:nvPr>
        </p:nvSpPr>
        <p:spPr>
          <a:xfrm>
            <a:off x="345018" y="6584950"/>
            <a:ext cx="1678516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07F780D-95D6-481A-82F3-69679AA21DCE}" type="datetime1">
              <a:rPr lang="de-DE" smtClean="0"/>
              <a:t>19.01.2026</a:t>
            </a:fld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10657418" y="6584950"/>
            <a:ext cx="1200149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kaler Titel und Text" type="vertTitleAndTx">
  <p:cSld name="Vertikaler Titel und 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 rot="5400000">
            <a:off x="7582959" y="2108730"/>
            <a:ext cx="5765800" cy="2783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1912409" y="-575204"/>
            <a:ext cx="5765800" cy="815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spcBef>
                <a:spcPts val="180"/>
              </a:spcBef>
              <a:spcAft>
                <a:spcPts val="0"/>
              </a:spcAft>
              <a:buSzPts val="1440"/>
              <a:buChar char="●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18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18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18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18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spcBef>
                <a:spcPts val="18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spcBef>
                <a:spcPts val="18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180"/>
              </a:spcBef>
              <a:spcAft>
                <a:spcPts val="18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ftr" idx="11"/>
          </p:nvPr>
        </p:nvSpPr>
        <p:spPr>
          <a:xfrm>
            <a:off x="2256367" y="6584950"/>
            <a:ext cx="7679267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e-DE"/>
              <a:t>Dimitrios Saltsoglidis, Johannes Schmid und Philip Eßwein</a:t>
            </a:r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dt" idx="10"/>
          </p:nvPr>
        </p:nvSpPr>
        <p:spPr>
          <a:xfrm>
            <a:off x="345018" y="6584950"/>
            <a:ext cx="1678516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AC4460F-48BB-4FD6-B493-50B2585A5DBE}" type="datetime1">
              <a:rPr lang="de-DE" smtClean="0"/>
              <a:t>19.01.2026</a:t>
            </a:fld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10657418" y="6584950"/>
            <a:ext cx="1200149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719667" y="617538"/>
            <a:ext cx="111379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719667" y="1412876"/>
            <a:ext cx="11137900" cy="497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●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16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16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spcBef>
                <a:spcPts val="14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spcBef>
                <a:spcPts val="14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spcBef>
                <a:spcPts val="14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spcBef>
                <a:spcPts val="140"/>
              </a:spcBef>
              <a:spcAft>
                <a:spcPts val="140"/>
              </a:spcAft>
              <a:buClr>
                <a:schemeClr val="accent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/>
          <p:nvPr/>
        </p:nvSpPr>
        <p:spPr>
          <a:xfrm>
            <a:off x="0" y="533401"/>
            <a:ext cx="12192000" cy="365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accen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" name="Google Shape;13;p12"/>
          <p:cNvSpPr/>
          <p:nvPr/>
        </p:nvSpPr>
        <p:spPr>
          <a:xfrm>
            <a:off x="0" y="6494464"/>
            <a:ext cx="12192000" cy="3635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2"/>
          <p:cNvSpPr txBox="1">
            <a:spLocks noGrp="1"/>
          </p:cNvSpPr>
          <p:nvPr>
            <p:ph type="ftr" idx="11"/>
          </p:nvPr>
        </p:nvSpPr>
        <p:spPr>
          <a:xfrm>
            <a:off x="2256367" y="6584950"/>
            <a:ext cx="7679267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/>
              <a:t>Dimitrios Saltsoglidis, Johannes Schmid und Philip Eßwein</a:t>
            </a:r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345018" y="6584950"/>
            <a:ext cx="1678516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626E6624-201B-481F-93EE-E34841A9385B}" type="datetime1">
              <a:rPr lang="de-DE" smtClean="0"/>
              <a:t>19.01.2026</a:t>
            </a:fld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ldNum" idx="12"/>
          </p:nvPr>
        </p:nvSpPr>
        <p:spPr>
          <a:xfrm>
            <a:off x="10657418" y="6584950"/>
            <a:ext cx="1200149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166829-6CF4-F1B1-3ABD-6D8D62CA07C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6758" y="71800"/>
            <a:ext cx="2515340" cy="387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13" Type="http://schemas.openxmlformats.org/officeDocument/2006/relationships/image" Target="../media/image10.png"/><Relationship Id="rId3" Type="http://schemas.openxmlformats.org/officeDocument/2006/relationships/image" Target="../media/image16.jpeg"/><Relationship Id="rId7" Type="http://schemas.openxmlformats.org/officeDocument/2006/relationships/image" Target="../media/image20.svg"/><Relationship Id="rId12" Type="http://schemas.openxmlformats.org/officeDocument/2006/relationships/image" Target="../media/image25.png"/><Relationship Id="rId2" Type="http://schemas.openxmlformats.org/officeDocument/2006/relationships/image" Target="../media/image15.jpeg"/><Relationship Id="rId16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svg"/><Relationship Id="rId15" Type="http://schemas.openxmlformats.org/officeDocument/2006/relationships/image" Target="../media/image12.png"/><Relationship Id="rId10" Type="http://schemas.openxmlformats.org/officeDocument/2006/relationships/image" Target="../media/image23.sv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ochschule Aalen - News „Wir brauchen eine Anstrengungskultur“">
            <a:extLst>
              <a:ext uri="{FF2B5EF4-FFF2-40B4-BE49-F238E27FC236}">
                <a16:creationId xmlns:a16="http://schemas.microsoft.com/office/drawing/2014/main" id="{9939EDBD-7F57-BEAA-9CB7-B576C0BEA1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0"/>
                    </a14:imgEffect>
                    <a14:imgEffect>
                      <a14:sharpenSoften amount="-100000"/>
                    </a14:imgEffect>
                    <a14:imgEffect>
                      <a14:brightnessContrast contras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lussdiagramm: Prozess 3">
            <a:extLst>
              <a:ext uri="{FF2B5EF4-FFF2-40B4-BE49-F238E27FC236}">
                <a16:creationId xmlns:a16="http://schemas.microsoft.com/office/drawing/2014/main" id="{8EB92E81-E631-A291-CF42-7005825561EB}"/>
              </a:ext>
            </a:extLst>
          </p:cNvPr>
          <p:cNvSpPr/>
          <p:nvPr/>
        </p:nvSpPr>
        <p:spPr>
          <a:xfrm>
            <a:off x="4006851" y="4032250"/>
            <a:ext cx="8997950" cy="172402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Flussdiagramm: Prozess 1">
            <a:extLst>
              <a:ext uri="{FF2B5EF4-FFF2-40B4-BE49-F238E27FC236}">
                <a16:creationId xmlns:a16="http://schemas.microsoft.com/office/drawing/2014/main" id="{BC112802-0691-74FF-2886-B65461AEBEDC}"/>
              </a:ext>
            </a:extLst>
          </p:cNvPr>
          <p:cNvSpPr/>
          <p:nvPr/>
        </p:nvSpPr>
        <p:spPr>
          <a:xfrm>
            <a:off x="-492124" y="1774825"/>
            <a:ext cx="8997950" cy="172402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0" name="Google Shape;110;g36ab60d5c91_0_44"/>
          <p:cNvSpPr txBox="1">
            <a:spLocks noGrp="1"/>
          </p:cNvSpPr>
          <p:nvPr>
            <p:ph type="subTitle" idx="1"/>
          </p:nvPr>
        </p:nvSpPr>
        <p:spPr>
          <a:xfrm>
            <a:off x="4164163" y="4174379"/>
            <a:ext cx="6484787" cy="1445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spcBef>
                <a:spcPts val="720"/>
              </a:spcBef>
            </a:pPr>
            <a:r>
              <a:rPr lang="en-GB" noProof="0" dirty="0">
                <a:solidFill>
                  <a:schemeClr val="bg1"/>
                </a:solidFill>
              </a:rPr>
              <a:t>Dimitrios </a:t>
            </a:r>
            <a:r>
              <a:rPr lang="en-GB" noProof="0" dirty="0" err="1">
                <a:solidFill>
                  <a:schemeClr val="bg1"/>
                </a:solidFill>
              </a:rPr>
              <a:t>Saltsoglidis</a:t>
            </a:r>
            <a:r>
              <a:rPr lang="en-GB" noProof="0" dirty="0">
                <a:solidFill>
                  <a:schemeClr val="bg1"/>
                </a:solidFill>
              </a:rPr>
              <a:t>, </a:t>
            </a:r>
          </a:p>
          <a:p>
            <a:pPr marL="0" indent="0">
              <a:spcBef>
                <a:spcPts val="720"/>
              </a:spcBef>
            </a:pPr>
            <a:r>
              <a:rPr lang="en-GB" noProof="0" dirty="0">
                <a:solidFill>
                  <a:schemeClr val="bg1"/>
                </a:solidFill>
              </a:rPr>
              <a:t>Johannes Schmid and </a:t>
            </a:r>
          </a:p>
          <a:p>
            <a:pPr marL="0" indent="0">
              <a:spcBef>
                <a:spcPts val="720"/>
              </a:spcBef>
            </a:pPr>
            <a:r>
              <a:rPr lang="en-GB" noProof="0" dirty="0">
                <a:solidFill>
                  <a:schemeClr val="bg1"/>
                </a:solidFill>
              </a:rPr>
              <a:t>Philip Eßwein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5446F5F-8CA5-7A52-7607-8F893ED912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6264" y="1844676"/>
            <a:ext cx="6360962" cy="1584325"/>
          </a:xfrm>
        </p:spPr>
        <p:txBody>
          <a:bodyPr/>
          <a:lstStyle/>
          <a:p>
            <a:r>
              <a:rPr lang="en-GB" noProof="0" dirty="0">
                <a:solidFill>
                  <a:schemeClr val="bg1"/>
                </a:solidFill>
              </a:rPr>
              <a:t>Business Analytics: </a:t>
            </a:r>
            <a:br>
              <a:rPr lang="en-GB" noProof="0" dirty="0">
                <a:solidFill>
                  <a:schemeClr val="bg1"/>
                </a:solidFill>
              </a:rPr>
            </a:br>
            <a:r>
              <a:rPr lang="en-GB" noProof="0" dirty="0">
                <a:solidFill>
                  <a:schemeClr val="bg1"/>
                </a:solidFill>
              </a:rPr>
              <a:t>System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GB" noProof="0" dirty="0"/>
              <a:t>Agenda</a:t>
            </a:r>
          </a:p>
        </p:txBody>
      </p:sp>
      <p:sp>
        <p:nvSpPr>
          <p:cNvPr id="117" name="Google Shape;11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indent="-457200">
              <a:lnSpc>
                <a:spcPct val="90000"/>
              </a:lnSpc>
              <a:spcBef>
                <a:spcPts val="0"/>
              </a:spcBef>
              <a:buSzPts val="1600"/>
              <a:buAutoNum type="arabicPeriod"/>
            </a:pPr>
            <a:r>
              <a:rPr lang="en-GB" noProof="0" dirty="0"/>
              <a:t>Starting point</a:t>
            </a:r>
          </a:p>
          <a:p>
            <a:pPr indent="-457200">
              <a:lnSpc>
                <a:spcPct val="90000"/>
              </a:lnSpc>
              <a:spcBef>
                <a:spcPts val="0"/>
              </a:spcBef>
              <a:buSzPts val="1600"/>
              <a:buAutoNum type="arabicPeriod"/>
            </a:pPr>
            <a:r>
              <a:rPr lang="en-GB" noProof="0" dirty="0"/>
              <a:t>Program</a:t>
            </a:r>
          </a:p>
          <a:p>
            <a:pPr lvl="1" indent="-457200">
              <a:lnSpc>
                <a:spcPct val="90000"/>
              </a:lnSpc>
              <a:spcBef>
                <a:spcPts val="0"/>
              </a:spcBef>
              <a:buSzPts val="1600"/>
              <a:buAutoNum type="arabicPeriod"/>
            </a:pPr>
            <a:r>
              <a:rPr lang="en-GB" noProof="0" dirty="0"/>
              <a:t>Backend</a:t>
            </a:r>
          </a:p>
          <a:p>
            <a:pPr lvl="1" indent="-457200">
              <a:lnSpc>
                <a:spcPct val="90000"/>
              </a:lnSpc>
              <a:spcBef>
                <a:spcPts val="0"/>
              </a:spcBef>
              <a:buSzPts val="1600"/>
              <a:buAutoNum type="arabicPeriod"/>
            </a:pPr>
            <a:r>
              <a:rPr lang="en-GB" noProof="0" dirty="0"/>
              <a:t>Frontend &amp; Demo</a:t>
            </a:r>
          </a:p>
          <a:p>
            <a:pPr lvl="1" indent="-457200">
              <a:lnSpc>
                <a:spcPct val="90000"/>
              </a:lnSpc>
              <a:spcBef>
                <a:spcPts val="0"/>
              </a:spcBef>
              <a:buSzPts val="1600"/>
              <a:buAutoNum type="arabicPeriod"/>
            </a:pPr>
            <a:r>
              <a:rPr lang="en-GB" noProof="0" dirty="0"/>
              <a:t>Monitoring tool &amp; Demo</a:t>
            </a:r>
          </a:p>
          <a:p>
            <a:pPr indent="-457200">
              <a:lnSpc>
                <a:spcPct val="90000"/>
              </a:lnSpc>
              <a:spcBef>
                <a:spcPts val="0"/>
              </a:spcBef>
              <a:buSzPts val="1600"/>
              <a:buAutoNum type="arabicPeriod"/>
            </a:pPr>
            <a:r>
              <a:rPr lang="en-GB" noProof="0" dirty="0"/>
              <a:t>Lessons learned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B03511D-307D-2D95-DA39-BC6C100D1C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noProof="0" dirty="0"/>
              <a:t>Dimitrios </a:t>
            </a:r>
            <a:r>
              <a:rPr lang="en-GB" noProof="0" dirty="0" err="1"/>
              <a:t>Saltsoglidis</a:t>
            </a:r>
            <a:r>
              <a:rPr lang="en-GB" noProof="0" dirty="0"/>
              <a:t>, Johannes Schmid und Philip Eßwein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98DD0F9-D984-127D-993F-EBD5D646BE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2</a:t>
            </a:fld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FA8F9A-39C5-EC97-2E43-5DEEC2D6065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76474E9-B319-4BEB-B2DB-2FE534EFA1A3}" type="datetime1">
              <a:rPr lang="de-DE" noProof="0" smtClean="0"/>
              <a:t>19.01.2026</a:t>
            </a:fld>
            <a:endParaRPr lang="en-GB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866FFF-3D29-68F3-BFD4-9125120CE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Starting point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5DC848-FF6C-B528-6C51-2F41E10CF1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3</a:t>
            </a:fld>
            <a:endParaRPr lang="en-GB" noProof="0" dirty="0"/>
          </a:p>
        </p:txBody>
      </p:sp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93CE392D-42A3-BAD3-C245-058EEB5DD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126" y="1743309"/>
            <a:ext cx="5381562" cy="403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23CB5AE1-912C-6A96-4F1F-848E4D1E4C2E}"/>
              </a:ext>
            </a:extLst>
          </p:cNvPr>
          <p:cNvSpPr/>
          <p:nvPr/>
        </p:nvSpPr>
        <p:spPr>
          <a:xfrm>
            <a:off x="1133287" y="1743308"/>
            <a:ext cx="3117227" cy="647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Input student data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D6F5819-3154-9A73-FA92-A3F4EA75F2E2}"/>
              </a:ext>
            </a:extLst>
          </p:cNvPr>
          <p:cNvSpPr/>
          <p:nvPr/>
        </p:nvSpPr>
        <p:spPr>
          <a:xfrm>
            <a:off x="1133286" y="2873982"/>
            <a:ext cx="3117227" cy="647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Input exam data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38E034A-3FEA-7882-D1E9-F73DB442F8DB}"/>
              </a:ext>
            </a:extLst>
          </p:cNvPr>
          <p:cNvSpPr/>
          <p:nvPr/>
        </p:nvSpPr>
        <p:spPr>
          <a:xfrm>
            <a:off x="1133286" y="4004656"/>
            <a:ext cx="3117227" cy="647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Input grade data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4C181801-8E5B-C08C-B57E-7DA734AD633C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2691900" y="2391008"/>
            <a:ext cx="1" cy="482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32094227-4B3D-96BA-61A0-AA9C828297AC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2691900" y="3521682"/>
            <a:ext cx="0" cy="482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21100796-492D-50E0-940B-9890265607A9}"/>
              </a:ext>
            </a:extLst>
          </p:cNvPr>
          <p:cNvSpPr txBox="1"/>
          <p:nvPr/>
        </p:nvSpPr>
        <p:spPr>
          <a:xfrm>
            <a:off x="5851333" y="5779481"/>
            <a:ext cx="529714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900" noProof="0" dirty="0"/>
              <a:t>https://de.wikipedia.org/wiki/Hochschule_Aalen#/media/Datei:HochschuleAalenHauptgebaeude.jpg</a:t>
            </a:r>
          </a:p>
        </p:txBody>
      </p:sp>
      <p:sp>
        <p:nvSpPr>
          <p:cNvPr id="25" name="Fußzeilenplatzhalter 24">
            <a:extLst>
              <a:ext uri="{FF2B5EF4-FFF2-40B4-BE49-F238E27FC236}">
                <a16:creationId xmlns:a16="http://schemas.microsoft.com/office/drawing/2014/main" id="{7986F180-7BA2-6705-EF9A-F03319B99F5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noProof="0" dirty="0"/>
              <a:t>Dimitrios </a:t>
            </a:r>
            <a:r>
              <a:rPr lang="en-GB" noProof="0" dirty="0" err="1"/>
              <a:t>Saltsoglidis</a:t>
            </a:r>
            <a:r>
              <a:rPr lang="en-GB" noProof="0" dirty="0"/>
              <a:t>, Johannes Schmid und Philip Eßwein</a:t>
            </a:r>
          </a:p>
        </p:txBody>
      </p:sp>
      <p:sp>
        <p:nvSpPr>
          <p:cNvPr id="26" name="Datumsplatzhalter 25">
            <a:extLst>
              <a:ext uri="{FF2B5EF4-FFF2-40B4-BE49-F238E27FC236}">
                <a16:creationId xmlns:a16="http://schemas.microsoft.com/office/drawing/2014/main" id="{228D7BAF-C62A-5F5D-B5AC-AABEADD1649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748B192-3B72-40E1-B322-E8634CADCB98}" type="datetime1">
              <a:rPr lang="de-DE" noProof="0" smtClean="0"/>
              <a:t>19.01.2026</a:t>
            </a:fld>
            <a:endParaRPr lang="en-GB" noProof="0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6B5A7BE-ED95-DB80-B086-D7CD3D6863EC}"/>
              </a:ext>
            </a:extLst>
          </p:cNvPr>
          <p:cNvSpPr/>
          <p:nvPr/>
        </p:nvSpPr>
        <p:spPr>
          <a:xfrm>
            <a:off x="1133285" y="5135330"/>
            <a:ext cx="3117227" cy="647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Monitoring Tool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1D351CF7-9AC4-D509-55D2-920FECF49FFE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2691899" y="4652356"/>
            <a:ext cx="1" cy="482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287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5EE43-DCF0-5E4F-7633-B15C2CB42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7A5EC4-5D7E-BAD3-9045-34EEB5F7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Backend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41F30E-33A2-4FC6-90BB-7888D64BC1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4</a:t>
            </a:fld>
            <a:endParaRPr lang="en-GB" noProof="0" dirty="0"/>
          </a:p>
        </p:txBody>
      </p:sp>
      <p:sp>
        <p:nvSpPr>
          <p:cNvPr id="25" name="Fußzeilenplatzhalter 24">
            <a:extLst>
              <a:ext uri="{FF2B5EF4-FFF2-40B4-BE49-F238E27FC236}">
                <a16:creationId xmlns:a16="http://schemas.microsoft.com/office/drawing/2014/main" id="{16295BFE-98AB-C240-CC69-9510D3C962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noProof="0" dirty="0"/>
              <a:t>Dimitrios </a:t>
            </a:r>
            <a:r>
              <a:rPr lang="en-GB" noProof="0" dirty="0" err="1"/>
              <a:t>Saltsoglidis</a:t>
            </a:r>
            <a:r>
              <a:rPr lang="en-GB" noProof="0" dirty="0"/>
              <a:t>, Johannes Schmid und Philip Eßwein</a:t>
            </a:r>
          </a:p>
        </p:txBody>
      </p:sp>
      <p:sp>
        <p:nvSpPr>
          <p:cNvPr id="26" name="Datumsplatzhalter 25">
            <a:extLst>
              <a:ext uri="{FF2B5EF4-FFF2-40B4-BE49-F238E27FC236}">
                <a16:creationId xmlns:a16="http://schemas.microsoft.com/office/drawing/2014/main" id="{EC73143A-5DE4-9FE1-0613-CBE491D03D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3F5E17B-1ECB-48EA-A1A3-D3B5AB41274E}" type="datetime1">
              <a:rPr lang="de-DE" noProof="0" smtClean="0"/>
              <a:t>19.01.2026</a:t>
            </a:fld>
            <a:endParaRPr lang="en-GB" noProof="0" dirty="0"/>
          </a:p>
        </p:txBody>
      </p:sp>
      <p:sp>
        <p:nvSpPr>
          <p:cNvPr id="3" name="Flussdiagramm: Prozess 2">
            <a:extLst>
              <a:ext uri="{FF2B5EF4-FFF2-40B4-BE49-F238E27FC236}">
                <a16:creationId xmlns:a16="http://schemas.microsoft.com/office/drawing/2014/main" id="{F23F6628-7113-CBD3-A411-CBA94E656322}"/>
              </a:ext>
            </a:extLst>
          </p:cNvPr>
          <p:cNvSpPr/>
          <p:nvPr/>
        </p:nvSpPr>
        <p:spPr>
          <a:xfrm>
            <a:off x="-492124" y="1774825"/>
            <a:ext cx="8997950" cy="172402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" name="Titel 2">
            <a:extLst>
              <a:ext uri="{FF2B5EF4-FFF2-40B4-BE49-F238E27FC236}">
                <a16:creationId xmlns:a16="http://schemas.microsoft.com/office/drawing/2014/main" id="{C38CB4B0-F8B0-640A-75B6-2F90E1D00CB1}"/>
              </a:ext>
            </a:extLst>
          </p:cNvPr>
          <p:cNvSpPr txBox="1">
            <a:spLocks/>
          </p:cNvSpPr>
          <p:nvPr/>
        </p:nvSpPr>
        <p:spPr>
          <a:xfrm>
            <a:off x="1916264" y="1844676"/>
            <a:ext cx="6360962" cy="158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noProof="0" dirty="0">
                <a:solidFill>
                  <a:schemeClr val="bg1"/>
                </a:solidFill>
              </a:rPr>
              <a:t>Python Backend &amp; Data Storage</a:t>
            </a:r>
          </a:p>
        </p:txBody>
      </p:sp>
      <p:sp>
        <p:nvSpPr>
          <p:cNvPr id="6" name="Flussdiagramm: Prozess 5">
            <a:extLst>
              <a:ext uri="{FF2B5EF4-FFF2-40B4-BE49-F238E27FC236}">
                <a16:creationId xmlns:a16="http://schemas.microsoft.com/office/drawing/2014/main" id="{0527210E-1D6E-9E6E-73E3-6FD213C8A1C1}"/>
              </a:ext>
            </a:extLst>
          </p:cNvPr>
          <p:cNvSpPr/>
          <p:nvPr/>
        </p:nvSpPr>
        <p:spPr>
          <a:xfrm>
            <a:off x="4006851" y="4032250"/>
            <a:ext cx="8997950" cy="172402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Google Shape;110;g36ab60d5c91_0_44">
            <a:extLst>
              <a:ext uri="{FF2B5EF4-FFF2-40B4-BE49-F238E27FC236}">
                <a16:creationId xmlns:a16="http://schemas.microsoft.com/office/drawing/2014/main" id="{9FC75116-C37B-DFE3-937A-E55356DAE7CA}"/>
              </a:ext>
            </a:extLst>
          </p:cNvPr>
          <p:cNvSpPr txBox="1">
            <a:spLocks/>
          </p:cNvSpPr>
          <p:nvPr/>
        </p:nvSpPr>
        <p:spPr>
          <a:xfrm>
            <a:off x="4164163" y="4174379"/>
            <a:ext cx="6484787" cy="1445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004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●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180"/>
              </a:spcBef>
              <a:spcAft>
                <a:spcPts val="180"/>
              </a:spcAft>
              <a:buClr>
                <a:schemeClr val="accent1"/>
              </a:buClr>
              <a:buSzPts val="18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spcBef>
                <a:spcPts val="720"/>
              </a:spcBef>
            </a:pPr>
            <a:r>
              <a:rPr lang="en-GB" noProof="0" dirty="0">
                <a:solidFill>
                  <a:schemeClr val="bg1"/>
                </a:solidFill>
              </a:rPr>
              <a:t>- PostgreSQL database as central data storage</a:t>
            </a:r>
          </a:p>
          <a:p>
            <a:pPr marL="342900" indent="-342900">
              <a:spcBef>
                <a:spcPts val="720"/>
              </a:spcBef>
            </a:pPr>
            <a:r>
              <a:rPr lang="en-GB" noProof="0" dirty="0">
                <a:solidFill>
                  <a:schemeClr val="bg1"/>
                </a:solidFill>
              </a:rPr>
              <a:t>- Management of students, exams, and grades</a:t>
            </a:r>
          </a:p>
          <a:p>
            <a:pPr marL="342900" indent="-342900">
              <a:spcBef>
                <a:spcPts val="720"/>
              </a:spcBef>
            </a:pPr>
            <a:r>
              <a:rPr lang="en-GB" noProof="0" dirty="0">
                <a:solidFill>
                  <a:schemeClr val="bg1"/>
                </a:solidFill>
              </a:rPr>
              <a:t>- Focus on correct data types and data integrity</a:t>
            </a:r>
          </a:p>
        </p:txBody>
      </p:sp>
    </p:spTree>
    <p:extLst>
      <p:ext uri="{BB962C8B-B14F-4D97-AF65-F5344CB8AC3E}">
        <p14:creationId xmlns:p14="http://schemas.microsoft.com/office/powerpoint/2010/main" val="379195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20C84-79C7-B966-3A85-B67965A79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3985E9-BBF1-E2D0-AABE-B5BE88074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Database Structure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56F150-A0E6-E586-4B87-1C249D39C8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5</a:t>
            </a:fld>
            <a:endParaRPr lang="en-GB" noProof="0" dirty="0"/>
          </a:p>
        </p:txBody>
      </p:sp>
      <p:sp>
        <p:nvSpPr>
          <p:cNvPr id="25" name="Fußzeilenplatzhalter 24">
            <a:extLst>
              <a:ext uri="{FF2B5EF4-FFF2-40B4-BE49-F238E27FC236}">
                <a16:creationId xmlns:a16="http://schemas.microsoft.com/office/drawing/2014/main" id="{376D4FC3-E261-3E9A-727C-C0D2D5DC27C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noProof="0" dirty="0"/>
              <a:t>Dimitrios </a:t>
            </a:r>
            <a:r>
              <a:rPr lang="en-GB" noProof="0" dirty="0" err="1"/>
              <a:t>Saltsoglidis</a:t>
            </a:r>
            <a:r>
              <a:rPr lang="en-GB" noProof="0" dirty="0"/>
              <a:t>, Johannes Schmid und Philip Eßwein</a:t>
            </a:r>
          </a:p>
        </p:txBody>
      </p:sp>
      <p:sp>
        <p:nvSpPr>
          <p:cNvPr id="26" name="Datumsplatzhalter 25">
            <a:extLst>
              <a:ext uri="{FF2B5EF4-FFF2-40B4-BE49-F238E27FC236}">
                <a16:creationId xmlns:a16="http://schemas.microsoft.com/office/drawing/2014/main" id="{664C41BD-1F0D-A244-2D64-769AE7E43CC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915641C-06B4-43F2-8561-7B5885E751CD}" type="datetime1">
              <a:rPr lang="de-DE" noProof="0" smtClean="0"/>
              <a:t>19.01.2026</a:t>
            </a:fld>
            <a:endParaRPr lang="en-GB" noProof="0" dirty="0"/>
          </a:p>
        </p:txBody>
      </p:sp>
      <p:sp>
        <p:nvSpPr>
          <p:cNvPr id="3" name="Flussdiagramm: Prozess 2">
            <a:extLst>
              <a:ext uri="{FF2B5EF4-FFF2-40B4-BE49-F238E27FC236}">
                <a16:creationId xmlns:a16="http://schemas.microsoft.com/office/drawing/2014/main" id="{EE0A30B3-609A-D306-5AEB-58F3611221FF}"/>
              </a:ext>
            </a:extLst>
          </p:cNvPr>
          <p:cNvSpPr/>
          <p:nvPr/>
        </p:nvSpPr>
        <p:spPr>
          <a:xfrm>
            <a:off x="2651444" y="2979582"/>
            <a:ext cx="1678516" cy="81578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student</a:t>
            </a:r>
          </a:p>
        </p:txBody>
      </p:sp>
      <p:sp>
        <p:nvSpPr>
          <p:cNvPr id="5" name="Flussdiagramm: Verzweigung 4">
            <a:extLst>
              <a:ext uri="{FF2B5EF4-FFF2-40B4-BE49-F238E27FC236}">
                <a16:creationId xmlns:a16="http://schemas.microsoft.com/office/drawing/2014/main" id="{96891201-7EB5-EA63-195E-2B4674D8D391}"/>
              </a:ext>
            </a:extLst>
          </p:cNvPr>
          <p:cNvSpPr/>
          <p:nvPr/>
        </p:nvSpPr>
        <p:spPr>
          <a:xfrm>
            <a:off x="5212976" y="2910863"/>
            <a:ext cx="1766047" cy="941294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has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56FD6C7B-B3E5-539E-AB40-01E58185C9B8}"/>
              </a:ext>
            </a:extLst>
          </p:cNvPr>
          <p:cNvGrpSpPr/>
          <p:nvPr/>
        </p:nvGrpSpPr>
        <p:grpSpPr>
          <a:xfrm>
            <a:off x="10179604" y="2114488"/>
            <a:ext cx="1523633" cy="2339788"/>
            <a:chOff x="7637929" y="1927412"/>
            <a:chExt cx="3173506" cy="4873438"/>
          </a:xfrm>
        </p:grpSpPr>
        <p:sp>
          <p:nvSpPr>
            <p:cNvPr id="7" name="Flussdiagramm: Grenzstelle 6">
              <a:extLst>
                <a:ext uri="{FF2B5EF4-FFF2-40B4-BE49-F238E27FC236}">
                  <a16:creationId xmlns:a16="http://schemas.microsoft.com/office/drawing/2014/main" id="{2EF4B8F1-FEE3-0AB8-D012-36DA0DF35566}"/>
                </a:ext>
              </a:extLst>
            </p:cNvPr>
            <p:cNvSpPr/>
            <p:nvPr/>
          </p:nvSpPr>
          <p:spPr>
            <a:xfrm>
              <a:off x="7637929" y="1927412"/>
              <a:ext cx="3173506" cy="1147482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u="sng" noProof="0" dirty="0" err="1"/>
                <a:t>pnr</a:t>
              </a:r>
              <a:endParaRPr lang="en-GB" u="sng" noProof="0" dirty="0"/>
            </a:p>
          </p:txBody>
        </p:sp>
        <p:sp>
          <p:nvSpPr>
            <p:cNvPr id="8" name="Flussdiagramm: Grenzstelle 7">
              <a:extLst>
                <a:ext uri="{FF2B5EF4-FFF2-40B4-BE49-F238E27FC236}">
                  <a16:creationId xmlns:a16="http://schemas.microsoft.com/office/drawing/2014/main" id="{6F411913-B41A-7B74-2811-2192BD780C5C}"/>
                </a:ext>
              </a:extLst>
            </p:cNvPr>
            <p:cNvSpPr/>
            <p:nvPr/>
          </p:nvSpPr>
          <p:spPr>
            <a:xfrm>
              <a:off x="7637929" y="3163327"/>
              <a:ext cx="3173506" cy="1147482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/>
                <a:t>title</a:t>
              </a:r>
            </a:p>
          </p:txBody>
        </p:sp>
        <p:sp>
          <p:nvSpPr>
            <p:cNvPr id="9" name="Flussdiagramm: Grenzstelle 8">
              <a:extLst>
                <a:ext uri="{FF2B5EF4-FFF2-40B4-BE49-F238E27FC236}">
                  <a16:creationId xmlns:a16="http://schemas.microsoft.com/office/drawing/2014/main" id="{711C3493-96A0-7ECC-9DC3-22457717AF05}"/>
                </a:ext>
              </a:extLst>
            </p:cNvPr>
            <p:cNvSpPr/>
            <p:nvPr/>
          </p:nvSpPr>
          <p:spPr>
            <a:xfrm>
              <a:off x="7637929" y="4399242"/>
              <a:ext cx="3173506" cy="1147482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/>
                <a:t>degree</a:t>
              </a:r>
            </a:p>
          </p:txBody>
        </p:sp>
        <p:sp>
          <p:nvSpPr>
            <p:cNvPr id="10" name="Flussdiagramm: Grenzstelle 9">
              <a:extLst>
                <a:ext uri="{FF2B5EF4-FFF2-40B4-BE49-F238E27FC236}">
                  <a16:creationId xmlns:a16="http://schemas.microsoft.com/office/drawing/2014/main" id="{BC44F082-CD28-34FD-0D8C-92D2C9096D5D}"/>
                </a:ext>
              </a:extLst>
            </p:cNvPr>
            <p:cNvSpPr/>
            <p:nvPr/>
          </p:nvSpPr>
          <p:spPr>
            <a:xfrm>
              <a:off x="7637929" y="5653368"/>
              <a:ext cx="3173506" cy="1147482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/>
                <a:t>semester</a:t>
              </a:r>
            </a:p>
          </p:txBody>
        </p:sp>
      </p:grpSp>
      <p:sp>
        <p:nvSpPr>
          <p:cNvPr id="11" name="Flussdiagramm: Prozess 10">
            <a:extLst>
              <a:ext uri="{FF2B5EF4-FFF2-40B4-BE49-F238E27FC236}">
                <a16:creationId xmlns:a16="http://schemas.microsoft.com/office/drawing/2014/main" id="{ADC76687-0F0C-D407-3C41-CC1240BED388}"/>
              </a:ext>
            </a:extLst>
          </p:cNvPr>
          <p:cNvSpPr/>
          <p:nvPr/>
        </p:nvSpPr>
        <p:spPr>
          <a:xfrm>
            <a:off x="7862043" y="2952123"/>
            <a:ext cx="1678516" cy="81578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exam</a:t>
            </a: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4321C610-63E0-5E79-F8B4-50243110E448}"/>
              </a:ext>
            </a:extLst>
          </p:cNvPr>
          <p:cNvGrpSpPr/>
          <p:nvPr/>
        </p:nvGrpSpPr>
        <p:grpSpPr>
          <a:xfrm>
            <a:off x="488763" y="2083288"/>
            <a:ext cx="1523633" cy="2339788"/>
            <a:chOff x="7637929" y="1927412"/>
            <a:chExt cx="3173506" cy="4873438"/>
          </a:xfrm>
        </p:grpSpPr>
        <p:sp>
          <p:nvSpPr>
            <p:cNvPr id="13" name="Flussdiagramm: Grenzstelle 12">
              <a:extLst>
                <a:ext uri="{FF2B5EF4-FFF2-40B4-BE49-F238E27FC236}">
                  <a16:creationId xmlns:a16="http://schemas.microsoft.com/office/drawing/2014/main" id="{61D85DCD-428D-0B79-3F7A-B738B6C53A14}"/>
                </a:ext>
              </a:extLst>
            </p:cNvPr>
            <p:cNvSpPr/>
            <p:nvPr/>
          </p:nvSpPr>
          <p:spPr>
            <a:xfrm>
              <a:off x="7637929" y="1927412"/>
              <a:ext cx="3173506" cy="1147482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u="sng" noProof="0" dirty="0" err="1"/>
                <a:t>matno</a:t>
              </a:r>
              <a:endParaRPr lang="en-GB" u="sng" noProof="0" dirty="0"/>
            </a:p>
          </p:txBody>
        </p:sp>
        <p:sp>
          <p:nvSpPr>
            <p:cNvPr id="14" name="Flussdiagramm: Grenzstelle 13">
              <a:extLst>
                <a:ext uri="{FF2B5EF4-FFF2-40B4-BE49-F238E27FC236}">
                  <a16:creationId xmlns:a16="http://schemas.microsoft.com/office/drawing/2014/main" id="{D78C64DA-8B29-DC04-B1F6-A20E9E0C43B4}"/>
                </a:ext>
              </a:extLst>
            </p:cNvPr>
            <p:cNvSpPr/>
            <p:nvPr/>
          </p:nvSpPr>
          <p:spPr>
            <a:xfrm>
              <a:off x="7637929" y="3163327"/>
              <a:ext cx="3173506" cy="1147482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 err="1"/>
                <a:t>firstname</a:t>
              </a:r>
              <a:endParaRPr lang="en-GB" noProof="0" dirty="0"/>
            </a:p>
          </p:txBody>
        </p:sp>
        <p:sp>
          <p:nvSpPr>
            <p:cNvPr id="15" name="Flussdiagramm: Grenzstelle 14">
              <a:extLst>
                <a:ext uri="{FF2B5EF4-FFF2-40B4-BE49-F238E27FC236}">
                  <a16:creationId xmlns:a16="http://schemas.microsoft.com/office/drawing/2014/main" id="{4EAE264C-600B-36A1-9FE9-93628AC92237}"/>
                </a:ext>
              </a:extLst>
            </p:cNvPr>
            <p:cNvSpPr/>
            <p:nvPr/>
          </p:nvSpPr>
          <p:spPr>
            <a:xfrm>
              <a:off x="7637929" y="4399242"/>
              <a:ext cx="3173506" cy="1147482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 err="1"/>
                <a:t>lastname</a:t>
              </a:r>
              <a:endParaRPr lang="en-GB" noProof="0" dirty="0"/>
            </a:p>
          </p:txBody>
        </p:sp>
        <p:sp>
          <p:nvSpPr>
            <p:cNvPr id="16" name="Flussdiagramm: Grenzstelle 15">
              <a:extLst>
                <a:ext uri="{FF2B5EF4-FFF2-40B4-BE49-F238E27FC236}">
                  <a16:creationId xmlns:a16="http://schemas.microsoft.com/office/drawing/2014/main" id="{A465D2C8-B6C4-140F-C3CD-BBA2CE2BF6CE}"/>
                </a:ext>
              </a:extLst>
            </p:cNvPr>
            <p:cNvSpPr/>
            <p:nvPr/>
          </p:nvSpPr>
          <p:spPr>
            <a:xfrm>
              <a:off x="7637929" y="5653368"/>
              <a:ext cx="3173506" cy="1147482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 err="1"/>
                <a:t>date_of_birth</a:t>
              </a:r>
              <a:endParaRPr lang="en-GB" noProof="0" dirty="0"/>
            </a:p>
          </p:txBody>
        </p:sp>
      </p:grpSp>
      <p:sp>
        <p:nvSpPr>
          <p:cNvPr id="17" name="Flussdiagramm: Grenzstelle 16">
            <a:extLst>
              <a:ext uri="{FF2B5EF4-FFF2-40B4-BE49-F238E27FC236}">
                <a16:creationId xmlns:a16="http://schemas.microsoft.com/office/drawing/2014/main" id="{1645E760-B981-F11C-F8B7-E92D59613D40}"/>
              </a:ext>
            </a:extLst>
          </p:cNvPr>
          <p:cNvSpPr/>
          <p:nvPr/>
        </p:nvSpPr>
        <p:spPr>
          <a:xfrm>
            <a:off x="4451158" y="1980832"/>
            <a:ext cx="1523633" cy="550918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grade</a:t>
            </a:r>
          </a:p>
        </p:txBody>
      </p:sp>
      <p:sp>
        <p:nvSpPr>
          <p:cNvPr id="18" name="Flussdiagramm: Grenzstelle 17">
            <a:extLst>
              <a:ext uri="{FF2B5EF4-FFF2-40B4-BE49-F238E27FC236}">
                <a16:creationId xmlns:a16="http://schemas.microsoft.com/office/drawing/2014/main" id="{77EF6C5D-82B1-8465-7801-4093CE5E00F6}"/>
              </a:ext>
            </a:extLst>
          </p:cNvPr>
          <p:cNvSpPr/>
          <p:nvPr/>
        </p:nvSpPr>
        <p:spPr>
          <a:xfrm>
            <a:off x="6217205" y="1980832"/>
            <a:ext cx="1523633" cy="550918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 err="1"/>
              <a:t>exam_date</a:t>
            </a:r>
            <a:endParaRPr lang="en-GB" noProof="0" dirty="0"/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17CC6302-DE77-46BC-9286-7628CD052389}"/>
              </a:ext>
            </a:extLst>
          </p:cNvPr>
          <p:cNvCxnSpPr>
            <a:cxnSpLocks/>
            <a:stCxn id="5" idx="0"/>
            <a:endCxn id="17" idx="2"/>
          </p:cNvCxnSpPr>
          <p:nvPr/>
        </p:nvCxnSpPr>
        <p:spPr>
          <a:xfrm flipH="1" flipV="1">
            <a:off x="5212975" y="2531750"/>
            <a:ext cx="883025" cy="379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BB56E336-19D4-F13D-AF26-1FE83DE9EB96}"/>
              </a:ext>
            </a:extLst>
          </p:cNvPr>
          <p:cNvCxnSpPr>
            <a:cxnSpLocks/>
            <a:stCxn id="18" idx="2"/>
            <a:endCxn id="5" idx="0"/>
          </p:cNvCxnSpPr>
          <p:nvPr/>
        </p:nvCxnSpPr>
        <p:spPr>
          <a:xfrm flipH="1">
            <a:off x="6096000" y="2531750"/>
            <a:ext cx="883022" cy="379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AB1F5142-9FE4-9D87-98EC-4573E4AB5D58}"/>
              </a:ext>
            </a:extLst>
          </p:cNvPr>
          <p:cNvCxnSpPr>
            <a:cxnSpLocks/>
            <a:stCxn id="5" idx="1"/>
            <a:endCxn id="3" idx="3"/>
          </p:cNvCxnSpPr>
          <p:nvPr/>
        </p:nvCxnSpPr>
        <p:spPr>
          <a:xfrm flipH="1">
            <a:off x="4329960" y="3381510"/>
            <a:ext cx="883016" cy="59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1A9528F7-0EAD-0A94-C3A0-9B64C95014C1}"/>
              </a:ext>
            </a:extLst>
          </p:cNvPr>
          <p:cNvCxnSpPr>
            <a:cxnSpLocks/>
            <a:stCxn id="11" idx="1"/>
            <a:endCxn id="5" idx="3"/>
          </p:cNvCxnSpPr>
          <p:nvPr/>
        </p:nvCxnSpPr>
        <p:spPr>
          <a:xfrm flipH="1">
            <a:off x="6979023" y="3360018"/>
            <a:ext cx="883020" cy="214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64A17B46-6AA2-D79A-BDBC-D7C6DC81AABA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>
            <a:off x="9540559" y="3360018"/>
            <a:ext cx="639045" cy="8187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F5D88F87-D25A-9B84-59D6-F4983A281B0B}"/>
              </a:ext>
            </a:extLst>
          </p:cNvPr>
          <p:cNvCxnSpPr>
            <a:cxnSpLocks/>
            <a:stCxn id="3" idx="1"/>
            <a:endCxn id="13" idx="3"/>
          </p:cNvCxnSpPr>
          <p:nvPr/>
        </p:nvCxnSpPr>
        <p:spPr>
          <a:xfrm flipH="1" flipV="1">
            <a:off x="2012396" y="2358747"/>
            <a:ext cx="639048" cy="10287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82CAE600-A9DD-3658-FA6B-61BE816CB1AD}"/>
              </a:ext>
            </a:extLst>
          </p:cNvPr>
          <p:cNvCxnSpPr>
            <a:cxnSpLocks/>
            <a:stCxn id="14" idx="3"/>
            <a:endCxn id="3" idx="1"/>
          </p:cNvCxnSpPr>
          <p:nvPr/>
        </p:nvCxnSpPr>
        <p:spPr>
          <a:xfrm>
            <a:off x="2012396" y="2952123"/>
            <a:ext cx="639048" cy="4353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D3E0B957-E9F8-B360-5EB3-5E99264E7E08}"/>
              </a:ext>
            </a:extLst>
          </p:cNvPr>
          <p:cNvCxnSpPr>
            <a:cxnSpLocks/>
            <a:stCxn id="3" idx="1"/>
            <a:endCxn id="15" idx="3"/>
          </p:cNvCxnSpPr>
          <p:nvPr/>
        </p:nvCxnSpPr>
        <p:spPr>
          <a:xfrm flipH="1">
            <a:off x="2012396" y="3387477"/>
            <a:ext cx="639048" cy="158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D6568FA5-6EEE-DDC5-816C-66DEA3FB2845}"/>
              </a:ext>
            </a:extLst>
          </p:cNvPr>
          <p:cNvCxnSpPr>
            <a:cxnSpLocks/>
            <a:stCxn id="3" idx="1"/>
            <a:endCxn id="16" idx="3"/>
          </p:cNvCxnSpPr>
          <p:nvPr/>
        </p:nvCxnSpPr>
        <p:spPr>
          <a:xfrm flipH="1">
            <a:off x="2012396" y="3387477"/>
            <a:ext cx="639048" cy="7601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714FD823-C13F-894C-31DA-AA3EC75282AB}"/>
              </a:ext>
            </a:extLst>
          </p:cNvPr>
          <p:cNvCxnSpPr>
            <a:cxnSpLocks/>
            <a:stCxn id="7" idx="1"/>
            <a:endCxn id="11" idx="3"/>
          </p:cNvCxnSpPr>
          <p:nvPr/>
        </p:nvCxnSpPr>
        <p:spPr>
          <a:xfrm flipH="1">
            <a:off x="9540559" y="2389947"/>
            <a:ext cx="639045" cy="9700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0AE89C44-4178-D3C8-263E-316BE43BFA43}"/>
              </a:ext>
            </a:extLst>
          </p:cNvPr>
          <p:cNvCxnSpPr>
            <a:cxnSpLocks/>
            <a:stCxn id="8" idx="1"/>
            <a:endCxn id="11" idx="3"/>
          </p:cNvCxnSpPr>
          <p:nvPr/>
        </p:nvCxnSpPr>
        <p:spPr>
          <a:xfrm flipH="1">
            <a:off x="9540559" y="2983323"/>
            <a:ext cx="639045" cy="3766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E68684F7-55CC-C843-B04D-7030315E34CD}"/>
              </a:ext>
            </a:extLst>
          </p:cNvPr>
          <p:cNvCxnSpPr>
            <a:cxnSpLocks/>
            <a:stCxn id="11" idx="3"/>
            <a:endCxn id="9" idx="1"/>
          </p:cNvCxnSpPr>
          <p:nvPr/>
        </p:nvCxnSpPr>
        <p:spPr>
          <a:xfrm>
            <a:off x="9540559" y="3360018"/>
            <a:ext cx="639045" cy="2166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4C785965-D2F0-1E95-C676-9A8234EC3B25}"/>
              </a:ext>
            </a:extLst>
          </p:cNvPr>
          <p:cNvCxnSpPr>
            <a:cxnSpLocks/>
          </p:cNvCxnSpPr>
          <p:nvPr/>
        </p:nvCxnSpPr>
        <p:spPr>
          <a:xfrm>
            <a:off x="4392715" y="1676400"/>
            <a:ext cx="0" cy="3192248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D8A613D5-4427-95EE-8692-68B00C311404}"/>
              </a:ext>
            </a:extLst>
          </p:cNvPr>
          <p:cNvCxnSpPr>
            <a:cxnSpLocks/>
          </p:cNvCxnSpPr>
          <p:nvPr/>
        </p:nvCxnSpPr>
        <p:spPr>
          <a:xfrm>
            <a:off x="7794634" y="1676400"/>
            <a:ext cx="2" cy="3190504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Geschweifte Klammer rechts 34">
            <a:extLst>
              <a:ext uri="{FF2B5EF4-FFF2-40B4-BE49-F238E27FC236}">
                <a16:creationId xmlns:a16="http://schemas.microsoft.com/office/drawing/2014/main" id="{CAB207E3-3E49-B0AD-1952-7608CA5CA8C9}"/>
              </a:ext>
            </a:extLst>
          </p:cNvPr>
          <p:cNvSpPr/>
          <p:nvPr/>
        </p:nvSpPr>
        <p:spPr>
          <a:xfrm rot="5400000">
            <a:off x="2124782" y="3184938"/>
            <a:ext cx="631914" cy="3903952"/>
          </a:xfrm>
          <a:prstGeom prst="rightBrac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6" name="Geschweifte Klammer rechts 35">
            <a:extLst>
              <a:ext uri="{FF2B5EF4-FFF2-40B4-BE49-F238E27FC236}">
                <a16:creationId xmlns:a16="http://schemas.microsoft.com/office/drawing/2014/main" id="{DC0A566C-5F46-0672-109B-2BB785102D6B}"/>
              </a:ext>
            </a:extLst>
          </p:cNvPr>
          <p:cNvSpPr/>
          <p:nvPr/>
        </p:nvSpPr>
        <p:spPr>
          <a:xfrm rot="5400000">
            <a:off x="9430654" y="3211347"/>
            <a:ext cx="631914" cy="3903952"/>
          </a:xfrm>
          <a:prstGeom prst="rightBrac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7" name="Geschweifte Klammer rechts 36">
            <a:extLst>
              <a:ext uri="{FF2B5EF4-FFF2-40B4-BE49-F238E27FC236}">
                <a16:creationId xmlns:a16="http://schemas.microsoft.com/office/drawing/2014/main" id="{D4336A6B-05D7-EA0F-06AA-8B10864C7DDE}"/>
              </a:ext>
            </a:extLst>
          </p:cNvPr>
          <p:cNvSpPr/>
          <p:nvPr/>
        </p:nvSpPr>
        <p:spPr>
          <a:xfrm rot="5400000">
            <a:off x="5777717" y="3458056"/>
            <a:ext cx="631914" cy="3401919"/>
          </a:xfrm>
          <a:prstGeom prst="rightBrac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7A6CD788-D210-ADA9-A46B-39AC8315F7A8}"/>
              </a:ext>
            </a:extLst>
          </p:cNvPr>
          <p:cNvSpPr txBox="1"/>
          <p:nvPr/>
        </p:nvSpPr>
        <p:spPr>
          <a:xfrm>
            <a:off x="1929751" y="5499400"/>
            <a:ext cx="1021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Table 1 (students)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600EF454-48F2-CA93-4C1A-CED3A9EE8E63}"/>
              </a:ext>
            </a:extLst>
          </p:cNvPr>
          <p:cNvSpPr txBox="1"/>
          <p:nvPr/>
        </p:nvSpPr>
        <p:spPr>
          <a:xfrm>
            <a:off x="5582686" y="5499400"/>
            <a:ext cx="1021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Table 2 (grades)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C2884792-A01C-981F-E776-5E7D3169E075}"/>
              </a:ext>
            </a:extLst>
          </p:cNvPr>
          <p:cNvSpPr txBox="1"/>
          <p:nvPr/>
        </p:nvSpPr>
        <p:spPr>
          <a:xfrm>
            <a:off x="9235623" y="5499400"/>
            <a:ext cx="1021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Table 3 (exams)</a:t>
            </a:r>
          </a:p>
        </p:txBody>
      </p:sp>
    </p:spTree>
    <p:extLst>
      <p:ext uri="{BB962C8B-B14F-4D97-AF65-F5344CB8AC3E}">
        <p14:creationId xmlns:p14="http://schemas.microsoft.com/office/powerpoint/2010/main" val="1588251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21137-5B1A-7744-0F9E-57CD658C6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BF0A9E-3330-6108-48DE-0DDC30674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Numeric Data Types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1DE5D0-8EBC-085E-F8C0-1906F84480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6</a:t>
            </a:fld>
            <a:endParaRPr lang="en-GB" noProof="0" dirty="0"/>
          </a:p>
        </p:txBody>
      </p:sp>
      <p:sp>
        <p:nvSpPr>
          <p:cNvPr id="25" name="Fußzeilenplatzhalter 24">
            <a:extLst>
              <a:ext uri="{FF2B5EF4-FFF2-40B4-BE49-F238E27FC236}">
                <a16:creationId xmlns:a16="http://schemas.microsoft.com/office/drawing/2014/main" id="{C4C0CF3D-6BE7-69A1-5964-47DC5197B7C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noProof="0" dirty="0"/>
              <a:t>Dimitrios </a:t>
            </a:r>
            <a:r>
              <a:rPr lang="en-GB" noProof="0" dirty="0" err="1"/>
              <a:t>Saltsoglidis</a:t>
            </a:r>
            <a:r>
              <a:rPr lang="en-GB" noProof="0" dirty="0"/>
              <a:t>, Johannes Schmid und Philip Eßwein</a:t>
            </a:r>
          </a:p>
        </p:txBody>
      </p:sp>
      <p:sp>
        <p:nvSpPr>
          <p:cNvPr id="26" name="Datumsplatzhalter 25">
            <a:extLst>
              <a:ext uri="{FF2B5EF4-FFF2-40B4-BE49-F238E27FC236}">
                <a16:creationId xmlns:a16="http://schemas.microsoft.com/office/drawing/2014/main" id="{302C35E0-BF08-C6E2-B9C8-54AF7864732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2277AC-826E-4D6B-8ACC-76AD92AD16DF}" type="datetime1">
              <a:rPr lang="de-DE" noProof="0" smtClean="0"/>
              <a:t>19.01.2026</a:t>
            </a:fld>
            <a:endParaRPr lang="en-GB" noProof="0" dirty="0"/>
          </a:p>
        </p:txBody>
      </p:sp>
      <p:pic>
        <p:nvPicPr>
          <p:cNvPr id="2050" name="Picture 2" descr="Dezimal Icon">
            <a:extLst>
              <a:ext uri="{FF2B5EF4-FFF2-40B4-BE49-F238E27FC236}">
                <a16:creationId xmlns:a16="http://schemas.microsoft.com/office/drawing/2014/main" id="{C1A33CB5-5FC6-26C2-67A8-4C2E3D5DF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062" y="1265533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Ganzzahl string Icon">
            <a:extLst>
              <a:ext uri="{FF2B5EF4-FFF2-40B4-BE49-F238E27FC236}">
                <a16:creationId xmlns:a16="http://schemas.microsoft.com/office/drawing/2014/main" id="{F4CB5973-4012-AC09-7B47-BD9FE66F1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084" y="237766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fik 4" descr="Rede mit einfarbiger Füllung">
            <a:extLst>
              <a:ext uri="{FF2B5EF4-FFF2-40B4-BE49-F238E27FC236}">
                <a16:creationId xmlns:a16="http://schemas.microsoft.com/office/drawing/2014/main" id="{ACB0EA75-6EF0-E249-83E7-E2A18F468A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467" y="3730951"/>
            <a:ext cx="914400" cy="914400"/>
          </a:xfrm>
          <a:prstGeom prst="rect">
            <a:avLst/>
          </a:prstGeom>
        </p:spPr>
      </p:pic>
      <p:pic>
        <p:nvPicPr>
          <p:cNvPr id="7" name="Grafik 6" descr="Untertitel mit einfarbiger Füllung">
            <a:extLst>
              <a:ext uri="{FF2B5EF4-FFF2-40B4-BE49-F238E27FC236}">
                <a16:creationId xmlns:a16="http://schemas.microsoft.com/office/drawing/2014/main" id="{1DE629BB-E922-DDA1-D84C-61FA116B30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062" y="4893582"/>
            <a:ext cx="914400" cy="9144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D18ED1AE-6927-A45D-F858-162656F2DC4E}"/>
              </a:ext>
            </a:extLst>
          </p:cNvPr>
          <p:cNvSpPr txBox="1"/>
          <p:nvPr/>
        </p:nvSpPr>
        <p:spPr>
          <a:xfrm>
            <a:off x="711008" y="2038990"/>
            <a:ext cx="1167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noProof="0" dirty="0"/>
              <a:t>Decimal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D93FE4E-A383-7D63-E4C1-9679211DBC2C}"/>
              </a:ext>
            </a:extLst>
          </p:cNvPr>
          <p:cNvSpPr txBox="1"/>
          <p:nvPr/>
        </p:nvSpPr>
        <p:spPr>
          <a:xfrm>
            <a:off x="719667" y="3216701"/>
            <a:ext cx="1039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noProof="0" dirty="0"/>
              <a:t>Integer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39EFA52-612C-B5B7-F26D-8BEDBD91104F}"/>
              </a:ext>
            </a:extLst>
          </p:cNvPr>
          <p:cNvSpPr txBox="1"/>
          <p:nvPr/>
        </p:nvSpPr>
        <p:spPr>
          <a:xfrm>
            <a:off x="685062" y="4385848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noProof="0" dirty="0"/>
              <a:t>Text field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806D854-7229-3C58-FDD6-C771E494C78C}"/>
              </a:ext>
            </a:extLst>
          </p:cNvPr>
          <p:cNvSpPr txBox="1"/>
          <p:nvPr/>
        </p:nvSpPr>
        <p:spPr>
          <a:xfrm>
            <a:off x="682954" y="5574946"/>
            <a:ext cx="1471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noProof="0" dirty="0"/>
              <a:t>VARCHAR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D82667F4-7D68-0770-F7D1-866C4E03CAD0}"/>
              </a:ext>
            </a:extLst>
          </p:cNvPr>
          <p:cNvCxnSpPr/>
          <p:nvPr/>
        </p:nvCxnSpPr>
        <p:spPr>
          <a:xfrm>
            <a:off x="2023533" y="1875133"/>
            <a:ext cx="1800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EDA0F232-C85C-680B-020A-A7CD83629EA4}"/>
              </a:ext>
            </a:extLst>
          </p:cNvPr>
          <p:cNvCxnSpPr/>
          <p:nvPr/>
        </p:nvCxnSpPr>
        <p:spPr>
          <a:xfrm>
            <a:off x="2023533" y="3037467"/>
            <a:ext cx="1800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32EFC109-37A0-99C6-9689-F7EC4643102F}"/>
              </a:ext>
            </a:extLst>
          </p:cNvPr>
          <p:cNvCxnSpPr/>
          <p:nvPr/>
        </p:nvCxnSpPr>
        <p:spPr>
          <a:xfrm>
            <a:off x="1993433" y="4168520"/>
            <a:ext cx="1800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2347AE54-7D07-E799-7980-F6F31DB5C73A}"/>
              </a:ext>
            </a:extLst>
          </p:cNvPr>
          <p:cNvCxnSpPr/>
          <p:nvPr/>
        </p:nvCxnSpPr>
        <p:spPr>
          <a:xfrm>
            <a:off x="1993433" y="5324327"/>
            <a:ext cx="1800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2EC90FA1-573A-E7F1-2FE7-ECF37123B113}"/>
              </a:ext>
            </a:extLst>
          </p:cNvPr>
          <p:cNvSpPr/>
          <p:nvPr/>
        </p:nvSpPr>
        <p:spPr>
          <a:xfrm>
            <a:off x="4285920" y="1448235"/>
            <a:ext cx="5226570" cy="8537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Grades stored as decimal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B4F7BD36-9861-0BB4-9780-54906D484EA5}"/>
              </a:ext>
            </a:extLst>
          </p:cNvPr>
          <p:cNvSpPr/>
          <p:nvPr/>
        </p:nvSpPr>
        <p:spPr>
          <a:xfrm>
            <a:off x="4285920" y="2604672"/>
            <a:ext cx="5226570" cy="8537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Semester stored as integer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F098BE7D-4B25-1F16-DD46-08277547A975}"/>
              </a:ext>
            </a:extLst>
          </p:cNvPr>
          <p:cNvSpPr/>
          <p:nvPr/>
        </p:nvSpPr>
        <p:spPr>
          <a:xfrm>
            <a:off x="4285920" y="3741015"/>
            <a:ext cx="5226570" cy="8537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Normal </a:t>
            </a:r>
            <a:r>
              <a:rPr lang="en-GB" noProof="0" dirty="0" err="1"/>
              <a:t>textfields</a:t>
            </a:r>
            <a:r>
              <a:rPr lang="en-GB" noProof="0" dirty="0"/>
              <a:t> for anything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0B23835-0515-9AC3-C92A-C8E9769D4174}"/>
              </a:ext>
            </a:extLst>
          </p:cNvPr>
          <p:cNvSpPr/>
          <p:nvPr/>
        </p:nvSpPr>
        <p:spPr>
          <a:xfrm>
            <a:off x="4285920" y="4877358"/>
            <a:ext cx="5226570" cy="8537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VARCHAR for course of study</a:t>
            </a:r>
          </a:p>
        </p:txBody>
      </p:sp>
    </p:spTree>
    <p:extLst>
      <p:ext uri="{BB962C8B-B14F-4D97-AF65-F5344CB8AC3E}">
        <p14:creationId xmlns:p14="http://schemas.microsoft.com/office/powerpoint/2010/main" val="2216272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81918-CA6E-A67F-C111-D095A1DC7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BF1104-DBFC-9C39-EB09-16B3944E2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Tabs vs multiple windows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48EAE61-E169-4E99-BD9D-85E070F3CD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7</a:t>
            </a:fld>
            <a:endParaRPr lang="en-GB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D504702-F177-71A5-D804-02C61D91F21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noProof="0" dirty="0"/>
              <a:t>Dimitrios </a:t>
            </a:r>
            <a:r>
              <a:rPr lang="en-GB" noProof="0" dirty="0" err="1"/>
              <a:t>Saltsoglidis</a:t>
            </a:r>
            <a:r>
              <a:rPr lang="en-GB" noProof="0" dirty="0"/>
              <a:t>, Johannes Schmid und Philip Eßwein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EABB7D77-F62D-264F-71F3-076620285C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B5835C4-BF07-4230-9DCE-EE6CAFFE9662}" type="datetime1">
              <a:rPr lang="de-DE" noProof="0" smtClean="0"/>
              <a:t>19.01.2026</a:t>
            </a:fld>
            <a:endParaRPr lang="en-GB" noProof="0" dirty="0"/>
          </a:p>
        </p:txBody>
      </p: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B29996BC-2DFC-FBD7-47E3-653987719BC7}"/>
              </a:ext>
            </a:extLst>
          </p:cNvPr>
          <p:cNvGrpSpPr/>
          <p:nvPr/>
        </p:nvGrpSpPr>
        <p:grpSpPr>
          <a:xfrm>
            <a:off x="7833871" y="2241177"/>
            <a:ext cx="2101763" cy="2079812"/>
            <a:chOff x="941294" y="1990165"/>
            <a:chExt cx="3433482" cy="3397623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1C220F94-E4EB-BD9C-5893-75C7DD0361FC}"/>
                </a:ext>
              </a:extLst>
            </p:cNvPr>
            <p:cNvSpPr/>
            <p:nvPr/>
          </p:nvSpPr>
          <p:spPr>
            <a:xfrm>
              <a:off x="941294" y="2321859"/>
              <a:ext cx="3433482" cy="3065929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noProof="0" dirty="0">
                  <a:solidFill>
                    <a:sysClr val="windowText" lastClr="000000"/>
                  </a:solidFill>
                </a:rPr>
                <a:t>Application Tab  1</a:t>
              </a: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9E8E0215-AE63-9A33-C66B-DF24EF8F5323}"/>
                </a:ext>
              </a:extLst>
            </p:cNvPr>
            <p:cNvSpPr/>
            <p:nvPr/>
          </p:nvSpPr>
          <p:spPr>
            <a:xfrm>
              <a:off x="941294" y="1990166"/>
              <a:ext cx="923365" cy="331694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noProof="0" dirty="0"/>
                <a:t>Tab 1</a:t>
              </a: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1DE1FB5D-9606-3AC3-6558-04EEEC896CE2}"/>
                </a:ext>
              </a:extLst>
            </p:cNvPr>
            <p:cNvSpPr/>
            <p:nvPr/>
          </p:nvSpPr>
          <p:spPr>
            <a:xfrm>
              <a:off x="1864659" y="1990165"/>
              <a:ext cx="923365" cy="331694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noProof="0" dirty="0"/>
                <a:t>Tab 2</a:t>
              </a: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D4CDD01C-6A9C-9C15-388C-D5F86CF76839}"/>
                </a:ext>
              </a:extLst>
            </p:cNvPr>
            <p:cNvSpPr/>
            <p:nvPr/>
          </p:nvSpPr>
          <p:spPr>
            <a:xfrm>
              <a:off x="2788024" y="1990165"/>
              <a:ext cx="923365" cy="331694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noProof="0" dirty="0"/>
                <a:t>Tab 3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DAC6014-4F35-0355-4933-6AFE2DB9A986}"/>
              </a:ext>
            </a:extLst>
          </p:cNvPr>
          <p:cNvGrpSpPr/>
          <p:nvPr/>
        </p:nvGrpSpPr>
        <p:grpSpPr>
          <a:xfrm>
            <a:off x="1757903" y="2241178"/>
            <a:ext cx="2801560" cy="2079811"/>
            <a:chOff x="6941422" y="1990165"/>
            <a:chExt cx="4064496" cy="3017384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A974DE9D-ABBA-3D59-AB99-91470A0646CC}"/>
                </a:ext>
              </a:extLst>
            </p:cNvPr>
            <p:cNvSpPr/>
            <p:nvPr/>
          </p:nvSpPr>
          <p:spPr>
            <a:xfrm>
              <a:off x="6941422" y="3854823"/>
              <a:ext cx="1290918" cy="115272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noProof="0" dirty="0">
                  <a:solidFill>
                    <a:sysClr val="windowText" lastClr="000000"/>
                  </a:solidFill>
                </a:rPr>
                <a:t>Application </a:t>
              </a:r>
            </a:p>
            <a:p>
              <a:pPr algn="ctr"/>
              <a:r>
                <a:rPr lang="en-GB" sz="1100" noProof="0" dirty="0">
                  <a:solidFill>
                    <a:sysClr val="windowText" lastClr="000000"/>
                  </a:solidFill>
                </a:rPr>
                <a:t>window  1</a:t>
              </a: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C6621141-CDA7-166A-8504-D55EB5EE3BCC}"/>
                </a:ext>
              </a:extLst>
            </p:cNvPr>
            <p:cNvSpPr/>
            <p:nvPr/>
          </p:nvSpPr>
          <p:spPr>
            <a:xfrm>
              <a:off x="8328211" y="3854823"/>
              <a:ext cx="1290918" cy="115272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noProof="0" dirty="0">
                  <a:solidFill>
                    <a:sysClr val="windowText" lastClr="000000"/>
                  </a:solidFill>
                </a:rPr>
                <a:t>Application </a:t>
              </a:r>
            </a:p>
            <a:p>
              <a:pPr algn="ctr"/>
              <a:r>
                <a:rPr lang="en-GB" sz="1100" noProof="0" dirty="0">
                  <a:solidFill>
                    <a:sysClr val="windowText" lastClr="000000"/>
                  </a:solidFill>
                </a:rPr>
                <a:t>window  2</a:t>
              </a: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E0A22F74-2707-9738-0B38-C6D19EB8C117}"/>
                </a:ext>
              </a:extLst>
            </p:cNvPr>
            <p:cNvSpPr/>
            <p:nvPr/>
          </p:nvSpPr>
          <p:spPr>
            <a:xfrm>
              <a:off x="9715000" y="3854823"/>
              <a:ext cx="1290918" cy="115272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noProof="0" dirty="0">
                  <a:solidFill>
                    <a:sysClr val="windowText" lastClr="000000"/>
                  </a:solidFill>
                </a:rPr>
                <a:t>Application </a:t>
              </a:r>
            </a:p>
            <a:p>
              <a:pPr algn="ctr"/>
              <a:r>
                <a:rPr lang="en-GB" sz="1100" noProof="0" dirty="0">
                  <a:solidFill>
                    <a:sysClr val="windowText" lastClr="000000"/>
                  </a:solidFill>
                </a:rPr>
                <a:t>window  3</a:t>
              </a:r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E2AAD4A2-DCBE-498A-3042-FDB674BB97F7}"/>
                </a:ext>
              </a:extLst>
            </p:cNvPr>
            <p:cNvSpPr/>
            <p:nvPr/>
          </p:nvSpPr>
          <p:spPr>
            <a:xfrm>
              <a:off x="8232340" y="1990165"/>
              <a:ext cx="1482660" cy="132394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noProof="0" dirty="0">
                  <a:solidFill>
                    <a:sysClr val="windowText" lastClr="000000"/>
                  </a:solidFill>
                </a:rPr>
                <a:t>Navigation</a:t>
              </a:r>
            </a:p>
            <a:p>
              <a:pPr algn="ctr"/>
              <a:r>
                <a:rPr lang="en-GB" sz="1100" noProof="0" dirty="0">
                  <a:solidFill>
                    <a:sysClr val="windowText" lastClr="000000"/>
                  </a:solidFill>
                </a:rPr>
                <a:t>Tab 1</a:t>
              </a:r>
            </a:p>
            <a:p>
              <a:pPr algn="ctr"/>
              <a:r>
                <a:rPr lang="en-GB" sz="1100" noProof="0" dirty="0">
                  <a:solidFill>
                    <a:sysClr val="windowText" lastClr="000000"/>
                  </a:solidFill>
                </a:rPr>
                <a:t>Tab 2</a:t>
              </a:r>
            </a:p>
            <a:p>
              <a:pPr algn="ctr"/>
              <a:r>
                <a:rPr lang="en-GB" sz="1100" noProof="0" dirty="0">
                  <a:solidFill>
                    <a:sysClr val="windowText" lastClr="000000"/>
                  </a:solidFill>
                </a:rPr>
                <a:t>Tab 3</a:t>
              </a:r>
            </a:p>
          </p:txBody>
        </p:sp>
        <p:cxnSp>
          <p:nvCxnSpPr>
            <p:cNvPr id="22" name="Gerade Verbindung mit Pfeil 21">
              <a:extLst>
                <a:ext uri="{FF2B5EF4-FFF2-40B4-BE49-F238E27FC236}">
                  <a16:creationId xmlns:a16="http://schemas.microsoft.com/office/drawing/2014/main" id="{C7C286D6-830D-C5F9-4B58-19177E2E74F5}"/>
                </a:ext>
              </a:extLst>
            </p:cNvPr>
            <p:cNvCxnSpPr>
              <a:stCxn id="19" idx="2"/>
              <a:endCxn id="9" idx="0"/>
            </p:cNvCxnSpPr>
            <p:nvPr/>
          </p:nvCxnSpPr>
          <p:spPr>
            <a:xfrm flipH="1">
              <a:off x="7586881" y="3314107"/>
              <a:ext cx="1386789" cy="5407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Gerade Verbindung mit Pfeil 22">
              <a:extLst>
                <a:ext uri="{FF2B5EF4-FFF2-40B4-BE49-F238E27FC236}">
                  <a16:creationId xmlns:a16="http://schemas.microsoft.com/office/drawing/2014/main" id="{790B6B34-52F6-6589-CF1F-B72EE5972918}"/>
                </a:ext>
              </a:extLst>
            </p:cNvPr>
            <p:cNvCxnSpPr>
              <a:cxnSpLocks/>
              <a:stCxn id="19" idx="2"/>
              <a:endCxn id="13" idx="0"/>
            </p:cNvCxnSpPr>
            <p:nvPr/>
          </p:nvCxnSpPr>
          <p:spPr>
            <a:xfrm>
              <a:off x="8973670" y="3314107"/>
              <a:ext cx="0" cy="5407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Gerade Verbindung mit Pfeil 31">
              <a:extLst>
                <a:ext uri="{FF2B5EF4-FFF2-40B4-BE49-F238E27FC236}">
                  <a16:creationId xmlns:a16="http://schemas.microsoft.com/office/drawing/2014/main" id="{36EDA712-B795-5717-E35F-D52A3F1269E3}"/>
                </a:ext>
              </a:extLst>
            </p:cNvPr>
            <p:cNvCxnSpPr>
              <a:cxnSpLocks/>
              <a:stCxn id="19" idx="2"/>
              <a:endCxn id="14" idx="0"/>
            </p:cNvCxnSpPr>
            <p:nvPr/>
          </p:nvCxnSpPr>
          <p:spPr>
            <a:xfrm>
              <a:off x="8973670" y="3314107"/>
              <a:ext cx="1386789" cy="5407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DFE45C7F-0C86-2501-7E64-BBF7709D7DD4}"/>
              </a:ext>
            </a:extLst>
          </p:cNvPr>
          <p:cNvCxnSpPr>
            <a:cxnSpLocks/>
          </p:cNvCxnSpPr>
          <p:nvPr/>
        </p:nvCxnSpPr>
        <p:spPr>
          <a:xfrm>
            <a:off x="6096000" y="1649506"/>
            <a:ext cx="0" cy="3783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Grafik 43" descr="Häkchen">
            <a:extLst>
              <a:ext uri="{FF2B5EF4-FFF2-40B4-BE49-F238E27FC236}">
                <a16:creationId xmlns:a16="http://schemas.microsoft.com/office/drawing/2014/main" id="{13D0691D-C676-2F16-70AF-F7C618006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5211" y="4827228"/>
            <a:ext cx="605384" cy="605384"/>
          </a:xfrm>
          <a:prstGeom prst="rect">
            <a:avLst/>
          </a:prstGeom>
        </p:spPr>
      </p:pic>
      <p:pic>
        <p:nvPicPr>
          <p:cNvPr id="47" name="Grafik 46" descr="Schließen">
            <a:extLst>
              <a:ext uri="{FF2B5EF4-FFF2-40B4-BE49-F238E27FC236}">
                <a16:creationId xmlns:a16="http://schemas.microsoft.com/office/drawing/2014/main" id="{4BE62C91-88AB-6599-1951-CAE5FCE906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2910" y="5596059"/>
            <a:ext cx="580624" cy="580624"/>
          </a:xfrm>
          <a:prstGeom prst="rect">
            <a:avLst/>
          </a:prstGeom>
        </p:spPr>
      </p:pic>
      <p:pic>
        <p:nvPicPr>
          <p:cNvPr id="48" name="Grafik 47" descr="Häkchen">
            <a:extLst>
              <a:ext uri="{FF2B5EF4-FFF2-40B4-BE49-F238E27FC236}">
                <a16:creationId xmlns:a16="http://schemas.microsoft.com/office/drawing/2014/main" id="{DACDBD52-532C-D8F8-D820-659E1A9E4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3309" y="4791230"/>
            <a:ext cx="605384" cy="605384"/>
          </a:xfrm>
          <a:prstGeom prst="rect">
            <a:avLst/>
          </a:prstGeom>
        </p:spPr>
      </p:pic>
      <p:pic>
        <p:nvPicPr>
          <p:cNvPr id="49" name="Grafik 48" descr="Schließen">
            <a:extLst>
              <a:ext uri="{FF2B5EF4-FFF2-40B4-BE49-F238E27FC236}">
                <a16:creationId xmlns:a16="http://schemas.microsoft.com/office/drawing/2014/main" id="{938428E4-7A2E-EA3F-0774-DEFFDAA88B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31008" y="5560061"/>
            <a:ext cx="580624" cy="580624"/>
          </a:xfrm>
          <a:prstGeom prst="rect">
            <a:avLst/>
          </a:prstGeom>
        </p:spPr>
      </p:pic>
      <p:sp>
        <p:nvSpPr>
          <p:cNvPr id="50" name="Textfeld 49">
            <a:extLst>
              <a:ext uri="{FF2B5EF4-FFF2-40B4-BE49-F238E27FC236}">
                <a16:creationId xmlns:a16="http://schemas.microsoft.com/office/drawing/2014/main" id="{E4055ECB-E305-3921-DE56-3AF59419F22B}"/>
              </a:ext>
            </a:extLst>
          </p:cNvPr>
          <p:cNvSpPr txBox="1"/>
          <p:nvPr/>
        </p:nvSpPr>
        <p:spPr>
          <a:xfrm>
            <a:off x="2111040" y="5724339"/>
            <a:ext cx="27717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Additional window (UX-friction)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28DCE4AA-1F9D-EE99-E5F3-ACE46DB40C9C}"/>
              </a:ext>
            </a:extLst>
          </p:cNvPr>
          <p:cNvSpPr txBox="1"/>
          <p:nvPr/>
        </p:nvSpPr>
        <p:spPr>
          <a:xfrm>
            <a:off x="2111040" y="4970946"/>
            <a:ext cx="27717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Easy to follow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E0584787-98E5-1427-33D0-9618243BEA0F}"/>
              </a:ext>
            </a:extLst>
          </p:cNvPr>
          <p:cNvSpPr txBox="1"/>
          <p:nvPr/>
        </p:nvSpPr>
        <p:spPr>
          <a:xfrm>
            <a:off x="7632538" y="5724339"/>
            <a:ext cx="3976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Initial window is not always the desired one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F4170E4C-6524-ACF2-B91F-7F5C50248964}"/>
              </a:ext>
            </a:extLst>
          </p:cNvPr>
          <p:cNvSpPr txBox="1"/>
          <p:nvPr/>
        </p:nvSpPr>
        <p:spPr>
          <a:xfrm>
            <a:off x="7632537" y="4970946"/>
            <a:ext cx="32506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One window for all processes</a:t>
            </a:r>
          </a:p>
        </p:txBody>
      </p: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5718F697-499D-8DBA-0342-156D6C454AD0}"/>
              </a:ext>
            </a:extLst>
          </p:cNvPr>
          <p:cNvCxnSpPr/>
          <p:nvPr/>
        </p:nvCxnSpPr>
        <p:spPr>
          <a:xfrm>
            <a:off x="924610" y="2043953"/>
            <a:ext cx="103427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8A54E5EB-3E17-F4D9-9482-B3029C182AF1}"/>
              </a:ext>
            </a:extLst>
          </p:cNvPr>
          <p:cNvSpPr txBox="1"/>
          <p:nvPr/>
        </p:nvSpPr>
        <p:spPr>
          <a:xfrm>
            <a:off x="1592965" y="1641299"/>
            <a:ext cx="3131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noProof="0" dirty="0"/>
              <a:t>Multiple windows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43615C26-7551-2DB2-5B52-D37ED0A44428}"/>
              </a:ext>
            </a:extLst>
          </p:cNvPr>
          <p:cNvSpPr txBox="1"/>
          <p:nvPr/>
        </p:nvSpPr>
        <p:spPr>
          <a:xfrm>
            <a:off x="7319034" y="1650191"/>
            <a:ext cx="3131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noProof="0" dirty="0"/>
              <a:t>Tabs</a:t>
            </a:r>
          </a:p>
        </p:txBody>
      </p:sp>
    </p:spTree>
    <p:extLst>
      <p:ext uri="{BB962C8B-B14F-4D97-AF65-F5344CB8AC3E}">
        <p14:creationId xmlns:p14="http://schemas.microsoft.com/office/powerpoint/2010/main" val="379230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52F36-49B7-9064-8B4B-AC6597CC7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1B89FA-0407-FF2B-99BB-E75DF9C24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Frontend (Tabs)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48864F-0C38-68A3-631C-63FB8BE9E7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8</a:t>
            </a:fld>
            <a:endParaRPr lang="en-GB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77ED838-EF2B-18E0-2C33-8B5EFB8874B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noProof="0" dirty="0"/>
              <a:t>Dimitrios </a:t>
            </a:r>
            <a:r>
              <a:rPr lang="en-GB" noProof="0" dirty="0" err="1"/>
              <a:t>Saltsoglidis</a:t>
            </a:r>
            <a:r>
              <a:rPr lang="en-GB" noProof="0" dirty="0"/>
              <a:t>, Johannes Schmid und Philip Eßwein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FE78D210-572B-D872-EFFC-5A7EECFDAD5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57FEC7C-33F3-45C4-905E-49B16E0B536A}" type="datetime1">
              <a:rPr lang="de-DE" noProof="0" smtClean="0"/>
              <a:t>19.01.2026</a:t>
            </a:fld>
            <a:endParaRPr lang="en-GB" noProof="0" dirty="0"/>
          </a:p>
        </p:txBody>
      </p:sp>
      <p:sp>
        <p:nvSpPr>
          <p:cNvPr id="11" name="Flussdiagramm: Prozess 10">
            <a:extLst>
              <a:ext uri="{FF2B5EF4-FFF2-40B4-BE49-F238E27FC236}">
                <a16:creationId xmlns:a16="http://schemas.microsoft.com/office/drawing/2014/main" id="{11FC033C-459C-196B-99CF-FBEA524886DF}"/>
              </a:ext>
            </a:extLst>
          </p:cNvPr>
          <p:cNvSpPr/>
          <p:nvPr/>
        </p:nvSpPr>
        <p:spPr>
          <a:xfrm>
            <a:off x="2651444" y="2979582"/>
            <a:ext cx="1678516" cy="81578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student</a:t>
            </a:r>
          </a:p>
        </p:txBody>
      </p:sp>
      <p:sp>
        <p:nvSpPr>
          <p:cNvPr id="12" name="Flussdiagramm: Verzweigung 11">
            <a:extLst>
              <a:ext uri="{FF2B5EF4-FFF2-40B4-BE49-F238E27FC236}">
                <a16:creationId xmlns:a16="http://schemas.microsoft.com/office/drawing/2014/main" id="{93DCEA76-9215-D549-3136-7E0AFFFA8FCE}"/>
              </a:ext>
            </a:extLst>
          </p:cNvPr>
          <p:cNvSpPr/>
          <p:nvPr/>
        </p:nvSpPr>
        <p:spPr>
          <a:xfrm>
            <a:off x="5212976" y="2910863"/>
            <a:ext cx="1766047" cy="941294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has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85DE9997-6E52-FBD6-F606-39555A0AA80C}"/>
              </a:ext>
            </a:extLst>
          </p:cNvPr>
          <p:cNvGrpSpPr/>
          <p:nvPr/>
        </p:nvGrpSpPr>
        <p:grpSpPr>
          <a:xfrm>
            <a:off x="10179604" y="2114488"/>
            <a:ext cx="1523633" cy="2339788"/>
            <a:chOff x="7637929" y="1927412"/>
            <a:chExt cx="3173506" cy="4873438"/>
          </a:xfrm>
        </p:grpSpPr>
        <p:sp>
          <p:nvSpPr>
            <p:cNvPr id="15" name="Flussdiagramm: Grenzstelle 14">
              <a:extLst>
                <a:ext uri="{FF2B5EF4-FFF2-40B4-BE49-F238E27FC236}">
                  <a16:creationId xmlns:a16="http://schemas.microsoft.com/office/drawing/2014/main" id="{64916552-170E-EFDF-632D-177B5E052207}"/>
                </a:ext>
              </a:extLst>
            </p:cNvPr>
            <p:cNvSpPr/>
            <p:nvPr/>
          </p:nvSpPr>
          <p:spPr>
            <a:xfrm>
              <a:off x="7637929" y="1927412"/>
              <a:ext cx="3173506" cy="1147482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u="sng" noProof="0" dirty="0" err="1"/>
                <a:t>pnr</a:t>
              </a:r>
              <a:endParaRPr lang="en-GB" u="sng" noProof="0" dirty="0"/>
            </a:p>
          </p:txBody>
        </p:sp>
        <p:sp>
          <p:nvSpPr>
            <p:cNvPr id="16" name="Flussdiagramm: Grenzstelle 15">
              <a:extLst>
                <a:ext uri="{FF2B5EF4-FFF2-40B4-BE49-F238E27FC236}">
                  <a16:creationId xmlns:a16="http://schemas.microsoft.com/office/drawing/2014/main" id="{744FAF7C-09E0-46E2-999D-DEFDAA8F81E3}"/>
                </a:ext>
              </a:extLst>
            </p:cNvPr>
            <p:cNvSpPr/>
            <p:nvPr/>
          </p:nvSpPr>
          <p:spPr>
            <a:xfrm>
              <a:off x="7637929" y="3163327"/>
              <a:ext cx="3173506" cy="1147482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/>
                <a:t>title</a:t>
              </a:r>
            </a:p>
          </p:txBody>
        </p:sp>
        <p:sp>
          <p:nvSpPr>
            <p:cNvPr id="17" name="Flussdiagramm: Grenzstelle 16">
              <a:extLst>
                <a:ext uri="{FF2B5EF4-FFF2-40B4-BE49-F238E27FC236}">
                  <a16:creationId xmlns:a16="http://schemas.microsoft.com/office/drawing/2014/main" id="{257A3E8F-D930-09F0-9C43-D239661BE7A4}"/>
                </a:ext>
              </a:extLst>
            </p:cNvPr>
            <p:cNvSpPr/>
            <p:nvPr/>
          </p:nvSpPr>
          <p:spPr>
            <a:xfrm>
              <a:off x="7637929" y="4399242"/>
              <a:ext cx="3173506" cy="1147482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/>
                <a:t>degree</a:t>
              </a:r>
            </a:p>
          </p:txBody>
        </p:sp>
        <p:sp>
          <p:nvSpPr>
            <p:cNvPr id="18" name="Flussdiagramm: Grenzstelle 17">
              <a:extLst>
                <a:ext uri="{FF2B5EF4-FFF2-40B4-BE49-F238E27FC236}">
                  <a16:creationId xmlns:a16="http://schemas.microsoft.com/office/drawing/2014/main" id="{334A8CA1-35FC-E54D-1E96-8E9D129A4167}"/>
                </a:ext>
              </a:extLst>
            </p:cNvPr>
            <p:cNvSpPr/>
            <p:nvPr/>
          </p:nvSpPr>
          <p:spPr>
            <a:xfrm>
              <a:off x="7637929" y="5653368"/>
              <a:ext cx="3173506" cy="1147482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/>
                <a:t>semester</a:t>
              </a:r>
            </a:p>
          </p:txBody>
        </p:sp>
      </p:grpSp>
      <p:sp>
        <p:nvSpPr>
          <p:cNvPr id="25" name="Flussdiagramm: Prozess 24">
            <a:extLst>
              <a:ext uri="{FF2B5EF4-FFF2-40B4-BE49-F238E27FC236}">
                <a16:creationId xmlns:a16="http://schemas.microsoft.com/office/drawing/2014/main" id="{C546AE46-8C65-60BC-94F8-F7FA2BE41A28}"/>
              </a:ext>
            </a:extLst>
          </p:cNvPr>
          <p:cNvSpPr/>
          <p:nvPr/>
        </p:nvSpPr>
        <p:spPr>
          <a:xfrm>
            <a:off x="7862043" y="2952123"/>
            <a:ext cx="1678516" cy="81578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exam</a:t>
            </a:r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69D42AA0-2EF1-628A-4ED7-5B7673DEB307}"/>
              </a:ext>
            </a:extLst>
          </p:cNvPr>
          <p:cNvGrpSpPr/>
          <p:nvPr/>
        </p:nvGrpSpPr>
        <p:grpSpPr>
          <a:xfrm>
            <a:off x="488763" y="2083288"/>
            <a:ext cx="1523633" cy="2339788"/>
            <a:chOff x="7637929" y="1927412"/>
            <a:chExt cx="3173506" cy="4873438"/>
          </a:xfrm>
        </p:grpSpPr>
        <p:sp>
          <p:nvSpPr>
            <p:cNvPr id="27" name="Flussdiagramm: Grenzstelle 26">
              <a:extLst>
                <a:ext uri="{FF2B5EF4-FFF2-40B4-BE49-F238E27FC236}">
                  <a16:creationId xmlns:a16="http://schemas.microsoft.com/office/drawing/2014/main" id="{57CE90D6-E7B4-EC21-ACD5-B823717781B5}"/>
                </a:ext>
              </a:extLst>
            </p:cNvPr>
            <p:cNvSpPr/>
            <p:nvPr/>
          </p:nvSpPr>
          <p:spPr>
            <a:xfrm>
              <a:off x="7637929" y="1927412"/>
              <a:ext cx="3173506" cy="1147482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u="sng" noProof="0" dirty="0" err="1"/>
                <a:t>matno</a:t>
              </a:r>
              <a:endParaRPr lang="en-GB" u="sng" noProof="0" dirty="0"/>
            </a:p>
          </p:txBody>
        </p:sp>
        <p:sp>
          <p:nvSpPr>
            <p:cNvPr id="28" name="Flussdiagramm: Grenzstelle 27">
              <a:extLst>
                <a:ext uri="{FF2B5EF4-FFF2-40B4-BE49-F238E27FC236}">
                  <a16:creationId xmlns:a16="http://schemas.microsoft.com/office/drawing/2014/main" id="{CA0A9870-0584-3A5E-1EFC-BFA4B84DE2DB}"/>
                </a:ext>
              </a:extLst>
            </p:cNvPr>
            <p:cNvSpPr/>
            <p:nvPr/>
          </p:nvSpPr>
          <p:spPr>
            <a:xfrm>
              <a:off x="7637929" y="3163327"/>
              <a:ext cx="3173506" cy="1147482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 err="1"/>
                <a:t>firstname</a:t>
              </a:r>
              <a:endParaRPr lang="en-GB" noProof="0" dirty="0"/>
            </a:p>
          </p:txBody>
        </p:sp>
        <p:sp>
          <p:nvSpPr>
            <p:cNvPr id="29" name="Flussdiagramm: Grenzstelle 28">
              <a:extLst>
                <a:ext uri="{FF2B5EF4-FFF2-40B4-BE49-F238E27FC236}">
                  <a16:creationId xmlns:a16="http://schemas.microsoft.com/office/drawing/2014/main" id="{9D335455-C985-534D-0BCA-FBED273B1771}"/>
                </a:ext>
              </a:extLst>
            </p:cNvPr>
            <p:cNvSpPr/>
            <p:nvPr/>
          </p:nvSpPr>
          <p:spPr>
            <a:xfrm>
              <a:off x="7637929" y="4399242"/>
              <a:ext cx="3173506" cy="1147482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 err="1"/>
                <a:t>lastname</a:t>
              </a:r>
              <a:endParaRPr lang="en-GB" noProof="0" dirty="0"/>
            </a:p>
          </p:txBody>
        </p:sp>
        <p:sp>
          <p:nvSpPr>
            <p:cNvPr id="30" name="Flussdiagramm: Grenzstelle 29">
              <a:extLst>
                <a:ext uri="{FF2B5EF4-FFF2-40B4-BE49-F238E27FC236}">
                  <a16:creationId xmlns:a16="http://schemas.microsoft.com/office/drawing/2014/main" id="{429779FB-A948-1049-7392-2D87168C3603}"/>
                </a:ext>
              </a:extLst>
            </p:cNvPr>
            <p:cNvSpPr/>
            <p:nvPr/>
          </p:nvSpPr>
          <p:spPr>
            <a:xfrm>
              <a:off x="7637929" y="5653368"/>
              <a:ext cx="3173506" cy="1147482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 err="1"/>
                <a:t>date_of_birth</a:t>
              </a:r>
              <a:endParaRPr lang="en-GB" noProof="0" dirty="0"/>
            </a:p>
          </p:txBody>
        </p:sp>
      </p:grpSp>
      <p:sp>
        <p:nvSpPr>
          <p:cNvPr id="36" name="Flussdiagramm: Grenzstelle 35">
            <a:extLst>
              <a:ext uri="{FF2B5EF4-FFF2-40B4-BE49-F238E27FC236}">
                <a16:creationId xmlns:a16="http://schemas.microsoft.com/office/drawing/2014/main" id="{8DD55EFF-829E-3AF7-553A-E509A65924CA}"/>
              </a:ext>
            </a:extLst>
          </p:cNvPr>
          <p:cNvSpPr/>
          <p:nvPr/>
        </p:nvSpPr>
        <p:spPr>
          <a:xfrm>
            <a:off x="4451158" y="1980832"/>
            <a:ext cx="1523633" cy="550918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grade</a:t>
            </a:r>
          </a:p>
        </p:txBody>
      </p:sp>
      <p:sp>
        <p:nvSpPr>
          <p:cNvPr id="37" name="Flussdiagramm: Grenzstelle 36">
            <a:extLst>
              <a:ext uri="{FF2B5EF4-FFF2-40B4-BE49-F238E27FC236}">
                <a16:creationId xmlns:a16="http://schemas.microsoft.com/office/drawing/2014/main" id="{1FA47F6B-8184-8C17-C579-D069C56853C6}"/>
              </a:ext>
            </a:extLst>
          </p:cNvPr>
          <p:cNvSpPr/>
          <p:nvPr/>
        </p:nvSpPr>
        <p:spPr>
          <a:xfrm>
            <a:off x="6217205" y="1980832"/>
            <a:ext cx="1523633" cy="550918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 err="1"/>
              <a:t>exam_date</a:t>
            </a:r>
            <a:endParaRPr lang="en-GB" noProof="0" dirty="0"/>
          </a:p>
        </p:txBody>
      </p: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23847E31-A0EE-FC51-9F52-65015F8ED20D}"/>
              </a:ext>
            </a:extLst>
          </p:cNvPr>
          <p:cNvCxnSpPr>
            <a:cxnSpLocks/>
            <a:stCxn id="12" idx="0"/>
            <a:endCxn id="36" idx="2"/>
          </p:cNvCxnSpPr>
          <p:nvPr/>
        </p:nvCxnSpPr>
        <p:spPr>
          <a:xfrm flipH="1" flipV="1">
            <a:off x="5212975" y="2531750"/>
            <a:ext cx="883025" cy="379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9534334A-CCD6-21B8-8E2F-7995E80251F2}"/>
              </a:ext>
            </a:extLst>
          </p:cNvPr>
          <p:cNvCxnSpPr>
            <a:cxnSpLocks/>
            <a:stCxn id="37" idx="2"/>
            <a:endCxn id="12" idx="0"/>
          </p:cNvCxnSpPr>
          <p:nvPr/>
        </p:nvCxnSpPr>
        <p:spPr>
          <a:xfrm flipH="1">
            <a:off x="6096000" y="2531750"/>
            <a:ext cx="883022" cy="379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0D1D95A1-2ACE-4809-8873-46846AA77EA1}"/>
              </a:ext>
            </a:extLst>
          </p:cNvPr>
          <p:cNvCxnSpPr>
            <a:cxnSpLocks/>
            <a:stCxn id="12" idx="1"/>
            <a:endCxn id="11" idx="3"/>
          </p:cNvCxnSpPr>
          <p:nvPr/>
        </p:nvCxnSpPr>
        <p:spPr>
          <a:xfrm flipH="1">
            <a:off x="4329960" y="3381510"/>
            <a:ext cx="883016" cy="59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D6B67E27-6071-80B5-3799-4DC6678A9CBD}"/>
              </a:ext>
            </a:extLst>
          </p:cNvPr>
          <p:cNvCxnSpPr>
            <a:cxnSpLocks/>
            <a:stCxn id="25" idx="1"/>
            <a:endCxn id="12" idx="3"/>
          </p:cNvCxnSpPr>
          <p:nvPr/>
        </p:nvCxnSpPr>
        <p:spPr>
          <a:xfrm flipH="1">
            <a:off x="6979023" y="3360018"/>
            <a:ext cx="883020" cy="214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87E058AA-2D4B-37C3-9578-AD0D58F50605}"/>
              </a:ext>
            </a:extLst>
          </p:cNvPr>
          <p:cNvCxnSpPr>
            <a:cxnSpLocks/>
            <a:stCxn id="25" idx="3"/>
            <a:endCxn id="18" idx="1"/>
          </p:cNvCxnSpPr>
          <p:nvPr/>
        </p:nvCxnSpPr>
        <p:spPr>
          <a:xfrm>
            <a:off x="9540559" y="3360018"/>
            <a:ext cx="639045" cy="8187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846C19D5-6A3F-FB53-195C-5FE75BB6BC02}"/>
              </a:ext>
            </a:extLst>
          </p:cNvPr>
          <p:cNvCxnSpPr>
            <a:cxnSpLocks/>
            <a:stCxn id="11" idx="1"/>
            <a:endCxn id="27" idx="3"/>
          </p:cNvCxnSpPr>
          <p:nvPr/>
        </p:nvCxnSpPr>
        <p:spPr>
          <a:xfrm flipH="1" flipV="1">
            <a:off x="2012396" y="2358747"/>
            <a:ext cx="639048" cy="10287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ED95ACCD-9B5F-EA96-3ADE-FFF26C0E198F}"/>
              </a:ext>
            </a:extLst>
          </p:cNvPr>
          <p:cNvCxnSpPr>
            <a:cxnSpLocks/>
            <a:stCxn id="28" idx="3"/>
            <a:endCxn id="11" idx="1"/>
          </p:cNvCxnSpPr>
          <p:nvPr/>
        </p:nvCxnSpPr>
        <p:spPr>
          <a:xfrm>
            <a:off x="2012396" y="2952123"/>
            <a:ext cx="639048" cy="4353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3978E163-B25D-D485-6428-747F308E6FAF}"/>
              </a:ext>
            </a:extLst>
          </p:cNvPr>
          <p:cNvCxnSpPr>
            <a:cxnSpLocks/>
            <a:stCxn id="11" idx="1"/>
            <a:endCxn id="29" idx="3"/>
          </p:cNvCxnSpPr>
          <p:nvPr/>
        </p:nvCxnSpPr>
        <p:spPr>
          <a:xfrm flipH="1">
            <a:off x="2012396" y="3387477"/>
            <a:ext cx="639048" cy="158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64F74A7F-DFC4-7D59-9856-28A3E77C21A3}"/>
              </a:ext>
            </a:extLst>
          </p:cNvPr>
          <p:cNvCxnSpPr>
            <a:cxnSpLocks/>
            <a:stCxn id="11" idx="1"/>
            <a:endCxn id="30" idx="3"/>
          </p:cNvCxnSpPr>
          <p:nvPr/>
        </p:nvCxnSpPr>
        <p:spPr>
          <a:xfrm flipH="1">
            <a:off x="2012396" y="3387477"/>
            <a:ext cx="639048" cy="7601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B4894C6E-7B8E-60D2-9D63-259D370C98F0}"/>
              </a:ext>
            </a:extLst>
          </p:cNvPr>
          <p:cNvCxnSpPr>
            <a:cxnSpLocks/>
            <a:stCxn id="15" idx="1"/>
            <a:endCxn id="25" idx="3"/>
          </p:cNvCxnSpPr>
          <p:nvPr/>
        </p:nvCxnSpPr>
        <p:spPr>
          <a:xfrm flipH="1">
            <a:off x="9540559" y="2389947"/>
            <a:ext cx="639045" cy="9700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67908A37-D81D-8173-6843-1507925A5E10}"/>
              </a:ext>
            </a:extLst>
          </p:cNvPr>
          <p:cNvCxnSpPr>
            <a:cxnSpLocks/>
            <a:stCxn id="16" idx="1"/>
            <a:endCxn id="25" idx="3"/>
          </p:cNvCxnSpPr>
          <p:nvPr/>
        </p:nvCxnSpPr>
        <p:spPr>
          <a:xfrm flipH="1">
            <a:off x="9540559" y="2983323"/>
            <a:ext cx="639045" cy="3766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Gerader Verbinder 76">
            <a:extLst>
              <a:ext uri="{FF2B5EF4-FFF2-40B4-BE49-F238E27FC236}">
                <a16:creationId xmlns:a16="http://schemas.microsoft.com/office/drawing/2014/main" id="{F48F37DC-96F5-F689-86BD-F83B41D2D2A8}"/>
              </a:ext>
            </a:extLst>
          </p:cNvPr>
          <p:cNvCxnSpPr>
            <a:cxnSpLocks/>
            <a:stCxn id="25" idx="3"/>
            <a:endCxn id="17" idx="1"/>
          </p:cNvCxnSpPr>
          <p:nvPr/>
        </p:nvCxnSpPr>
        <p:spPr>
          <a:xfrm>
            <a:off x="9540559" y="3360018"/>
            <a:ext cx="639045" cy="2166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Gerader Verbinder 92">
            <a:extLst>
              <a:ext uri="{FF2B5EF4-FFF2-40B4-BE49-F238E27FC236}">
                <a16:creationId xmlns:a16="http://schemas.microsoft.com/office/drawing/2014/main" id="{0641AD08-A5E5-0129-A558-2341DF34351D}"/>
              </a:ext>
            </a:extLst>
          </p:cNvPr>
          <p:cNvCxnSpPr>
            <a:cxnSpLocks/>
          </p:cNvCxnSpPr>
          <p:nvPr/>
        </p:nvCxnSpPr>
        <p:spPr>
          <a:xfrm>
            <a:off x="4392715" y="1676400"/>
            <a:ext cx="0" cy="3192248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4" name="Gerader Verbinder 93">
            <a:extLst>
              <a:ext uri="{FF2B5EF4-FFF2-40B4-BE49-F238E27FC236}">
                <a16:creationId xmlns:a16="http://schemas.microsoft.com/office/drawing/2014/main" id="{AF9D2BB4-A350-BB6D-130D-52C518EEAFD9}"/>
              </a:ext>
            </a:extLst>
          </p:cNvPr>
          <p:cNvCxnSpPr>
            <a:cxnSpLocks/>
          </p:cNvCxnSpPr>
          <p:nvPr/>
        </p:nvCxnSpPr>
        <p:spPr>
          <a:xfrm>
            <a:off x="7794634" y="1676400"/>
            <a:ext cx="2" cy="3190504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5" name="Geschweifte Klammer rechts 94">
            <a:extLst>
              <a:ext uri="{FF2B5EF4-FFF2-40B4-BE49-F238E27FC236}">
                <a16:creationId xmlns:a16="http://schemas.microsoft.com/office/drawing/2014/main" id="{0BF090B0-D280-8B05-898B-03771147EBF1}"/>
              </a:ext>
            </a:extLst>
          </p:cNvPr>
          <p:cNvSpPr/>
          <p:nvPr/>
        </p:nvSpPr>
        <p:spPr>
          <a:xfrm rot="5400000">
            <a:off x="2124782" y="3184938"/>
            <a:ext cx="631914" cy="3903952"/>
          </a:xfrm>
          <a:prstGeom prst="rightBrac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96" name="Geschweifte Klammer rechts 95">
            <a:extLst>
              <a:ext uri="{FF2B5EF4-FFF2-40B4-BE49-F238E27FC236}">
                <a16:creationId xmlns:a16="http://schemas.microsoft.com/office/drawing/2014/main" id="{34F14197-6454-5CB0-8082-DFBF90C68B8E}"/>
              </a:ext>
            </a:extLst>
          </p:cNvPr>
          <p:cNvSpPr/>
          <p:nvPr/>
        </p:nvSpPr>
        <p:spPr>
          <a:xfrm rot="5400000">
            <a:off x="9430654" y="3211347"/>
            <a:ext cx="631914" cy="3903952"/>
          </a:xfrm>
          <a:prstGeom prst="rightBrac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97" name="Geschweifte Klammer rechts 96">
            <a:extLst>
              <a:ext uri="{FF2B5EF4-FFF2-40B4-BE49-F238E27FC236}">
                <a16:creationId xmlns:a16="http://schemas.microsoft.com/office/drawing/2014/main" id="{2DBEDED8-0CE8-C509-14B6-F7563DB7ABDB}"/>
              </a:ext>
            </a:extLst>
          </p:cNvPr>
          <p:cNvSpPr/>
          <p:nvPr/>
        </p:nvSpPr>
        <p:spPr>
          <a:xfrm rot="5400000">
            <a:off x="5777717" y="3458056"/>
            <a:ext cx="631914" cy="3401919"/>
          </a:xfrm>
          <a:prstGeom prst="rightBrac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F484DD02-E0E9-8A7D-0BF5-0EE0F8724E3B}"/>
              </a:ext>
            </a:extLst>
          </p:cNvPr>
          <p:cNvSpPr txBox="1"/>
          <p:nvPr/>
        </p:nvSpPr>
        <p:spPr>
          <a:xfrm>
            <a:off x="1929751" y="5499400"/>
            <a:ext cx="1021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Tab 1 (students)</a:t>
            </a: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9D827E4F-76A6-DE52-A67D-C7DD544ABE31}"/>
              </a:ext>
            </a:extLst>
          </p:cNvPr>
          <p:cNvSpPr txBox="1"/>
          <p:nvPr/>
        </p:nvSpPr>
        <p:spPr>
          <a:xfrm>
            <a:off x="5582686" y="5499400"/>
            <a:ext cx="1021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Tab 2 (grades)</a:t>
            </a: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87159D7C-9BB7-C339-88A1-9BFC224E9954}"/>
              </a:ext>
            </a:extLst>
          </p:cNvPr>
          <p:cNvSpPr txBox="1"/>
          <p:nvPr/>
        </p:nvSpPr>
        <p:spPr>
          <a:xfrm>
            <a:off x="9235623" y="5499400"/>
            <a:ext cx="1021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Tab 3 (exams)</a:t>
            </a:r>
          </a:p>
        </p:txBody>
      </p:sp>
    </p:spTree>
    <p:extLst>
      <p:ext uri="{BB962C8B-B14F-4D97-AF65-F5344CB8AC3E}">
        <p14:creationId xmlns:p14="http://schemas.microsoft.com/office/powerpoint/2010/main" val="3282378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CB116-5D6A-D302-AF76-23F410365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489771-3D6F-0A11-47D6-4A3233E32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Frontend (UX design)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1D13EA-6479-021C-AF81-7DB8E05135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9</a:t>
            </a:fld>
            <a:endParaRPr lang="en-GB" noProof="0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F4E8C00B-494E-FC93-1F52-BB1E7F4ACACC}"/>
              </a:ext>
            </a:extLst>
          </p:cNvPr>
          <p:cNvGrpSpPr/>
          <p:nvPr/>
        </p:nvGrpSpPr>
        <p:grpSpPr>
          <a:xfrm>
            <a:off x="6333927" y="2303775"/>
            <a:ext cx="5181599" cy="3210101"/>
            <a:chOff x="645460" y="1622611"/>
            <a:chExt cx="6338046" cy="3926542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EE2FE852-2C31-EFDB-986F-0BECFCDB8903}"/>
                </a:ext>
              </a:extLst>
            </p:cNvPr>
            <p:cNvSpPr/>
            <p:nvPr/>
          </p:nvSpPr>
          <p:spPr>
            <a:xfrm>
              <a:off x="645460" y="1622611"/>
              <a:ext cx="6338046" cy="392654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2AC14147-CD2C-3233-9223-D0571330F460}"/>
                </a:ext>
              </a:extLst>
            </p:cNvPr>
            <p:cNvSpPr/>
            <p:nvPr/>
          </p:nvSpPr>
          <p:spPr>
            <a:xfrm>
              <a:off x="824753" y="1909483"/>
              <a:ext cx="2886635" cy="151951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/>
                <a:t>Create</a:t>
              </a: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4CB20CDC-F756-1C4C-BEC3-C0F3091328C8}"/>
                </a:ext>
              </a:extLst>
            </p:cNvPr>
            <p:cNvSpPr/>
            <p:nvPr/>
          </p:nvSpPr>
          <p:spPr>
            <a:xfrm>
              <a:off x="3890682" y="1909482"/>
              <a:ext cx="2886635" cy="34155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 err="1"/>
                <a:t>Treelist</a:t>
              </a:r>
              <a:r>
                <a:rPr lang="en-GB" noProof="0" dirty="0"/>
                <a:t> (e.g. grades)</a:t>
              </a: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B4D03384-C18B-ECD4-324C-0BC511ED330B}"/>
                </a:ext>
              </a:extLst>
            </p:cNvPr>
            <p:cNvSpPr/>
            <p:nvPr/>
          </p:nvSpPr>
          <p:spPr>
            <a:xfrm>
              <a:off x="824753" y="3715871"/>
              <a:ext cx="2886635" cy="160916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/>
                <a:t>Update/ delete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28CEC49-2C7F-F102-DAF4-D69AACA8FEFC}"/>
              </a:ext>
            </a:extLst>
          </p:cNvPr>
          <p:cNvGrpSpPr/>
          <p:nvPr/>
        </p:nvGrpSpPr>
        <p:grpSpPr>
          <a:xfrm>
            <a:off x="676474" y="2303774"/>
            <a:ext cx="5181599" cy="3210101"/>
            <a:chOff x="6075893" y="2196351"/>
            <a:chExt cx="5181599" cy="3210101"/>
          </a:xfrm>
        </p:grpSpPr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46A0CEFD-FB2B-4DE6-4B6B-EBA54A58A2C3}"/>
                </a:ext>
              </a:extLst>
            </p:cNvPr>
            <p:cNvSpPr/>
            <p:nvPr/>
          </p:nvSpPr>
          <p:spPr>
            <a:xfrm>
              <a:off x="6075893" y="2196351"/>
              <a:ext cx="5181599" cy="3210101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10EB0B3-9E95-FCD9-647D-2A57CA9F1541}"/>
                </a:ext>
              </a:extLst>
            </p:cNvPr>
            <p:cNvSpPr/>
            <p:nvPr/>
          </p:nvSpPr>
          <p:spPr>
            <a:xfrm>
              <a:off x="6222472" y="2430880"/>
              <a:ext cx="2359936" cy="12422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/>
                <a:t>Create</a:t>
              </a: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E72CAB37-30ED-5483-BA2B-30CE285A5B6A}"/>
                </a:ext>
              </a:extLst>
            </p:cNvPr>
            <p:cNvSpPr/>
            <p:nvPr/>
          </p:nvSpPr>
          <p:spPr>
            <a:xfrm>
              <a:off x="8728988" y="3153825"/>
              <a:ext cx="2359936" cy="20694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 err="1"/>
                <a:t>Treelist</a:t>
              </a:r>
              <a:r>
                <a:rPr lang="en-GB" noProof="0" dirty="0"/>
                <a:t> (e.g. grades)</a:t>
              </a: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DD19AA33-AA4E-824D-ADCC-3828B590B93F}"/>
                </a:ext>
              </a:extLst>
            </p:cNvPr>
            <p:cNvSpPr/>
            <p:nvPr/>
          </p:nvSpPr>
          <p:spPr>
            <a:xfrm>
              <a:off x="8728988" y="2430879"/>
              <a:ext cx="2359936" cy="561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/>
                <a:t>Update/ delete</a:t>
              </a:r>
            </a:p>
          </p:txBody>
        </p:sp>
      </p:grp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BD83E1C-05AF-2F2D-29A1-F73F8AB0532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noProof="0" dirty="0"/>
              <a:t>Dimitrios </a:t>
            </a:r>
            <a:r>
              <a:rPr lang="en-GB" noProof="0" dirty="0" err="1"/>
              <a:t>Saltsoglidis</a:t>
            </a:r>
            <a:r>
              <a:rPr lang="en-GB" noProof="0" dirty="0"/>
              <a:t>, Johannes Schmid und Philip Eßwein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0B41E4B9-3041-1A28-BBE2-27098006F21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C85798-03D7-411D-BB70-EA8BDD38F271}" type="datetime1">
              <a:rPr lang="de-DE" noProof="0" smtClean="0"/>
              <a:t>19.01.2026</a:t>
            </a:fld>
            <a:endParaRPr lang="en-GB" noProof="0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A32131E1-BDC5-5346-2853-2377A84E0921}"/>
              </a:ext>
            </a:extLst>
          </p:cNvPr>
          <p:cNvSpPr txBox="1"/>
          <p:nvPr/>
        </p:nvSpPr>
        <p:spPr>
          <a:xfrm>
            <a:off x="2048077" y="1666045"/>
            <a:ext cx="243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noProof="0" dirty="0"/>
              <a:t>Version 1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A4AE5AB-35F2-ED7E-C659-5B882B281F58}"/>
              </a:ext>
            </a:extLst>
          </p:cNvPr>
          <p:cNvSpPr txBox="1"/>
          <p:nvPr/>
        </p:nvSpPr>
        <p:spPr>
          <a:xfrm>
            <a:off x="7705530" y="1720440"/>
            <a:ext cx="243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noProof="0" dirty="0"/>
              <a:t>Version 2</a:t>
            </a:r>
          </a:p>
        </p:txBody>
      </p:sp>
    </p:spTree>
    <p:extLst>
      <p:ext uri="{BB962C8B-B14F-4D97-AF65-F5344CB8AC3E}">
        <p14:creationId xmlns:p14="http://schemas.microsoft.com/office/powerpoint/2010/main" val="3848593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04328A-86EA-801C-CF6E-96ADB35D7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Demo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CAA29A-59A5-E94D-A2C7-380495553B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noProof="0" dirty="0"/>
              <a:t>Dimitrios </a:t>
            </a:r>
            <a:r>
              <a:rPr lang="en-GB" noProof="0" dirty="0" err="1"/>
              <a:t>Saltsoglidis</a:t>
            </a:r>
            <a:r>
              <a:rPr lang="en-GB" noProof="0" dirty="0"/>
              <a:t>, Johannes Schmid und Philip Eßwein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23695C3-86C2-B270-2067-240D2A21F1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E5CB927-5379-4FE7-A77E-1E033065A038}" type="datetime1">
              <a:rPr lang="de-DE" noProof="0" smtClean="0"/>
              <a:t>19.01.2026</a:t>
            </a:fld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82DC01-E839-0C28-1B4D-1BC854E714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10</a:t>
            </a:fld>
            <a:endParaRPr lang="en-GB" noProof="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3BCBDF2-9EC3-DB11-9A5F-53452A379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67" y="1412876"/>
            <a:ext cx="7234517" cy="470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78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2E760-2EBF-2BB2-7235-7F4506B03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4F63BB-F4C4-37A6-11A7-5526B38D7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User roles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D0B479-CFD4-7D92-D66A-DFE7C8358D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11</a:t>
            </a:fld>
            <a:endParaRPr lang="en-GB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453D3E-03D8-351A-379F-F3C9C5CC9314}"/>
              </a:ext>
            </a:extLst>
          </p:cNvPr>
          <p:cNvSpPr/>
          <p:nvPr/>
        </p:nvSpPr>
        <p:spPr>
          <a:xfrm>
            <a:off x="961714" y="3193958"/>
            <a:ext cx="3117227" cy="647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Input student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36B151B-DA06-36AF-E801-A1315932A8C2}"/>
              </a:ext>
            </a:extLst>
          </p:cNvPr>
          <p:cNvSpPr/>
          <p:nvPr/>
        </p:nvSpPr>
        <p:spPr>
          <a:xfrm>
            <a:off x="4492561" y="3193958"/>
            <a:ext cx="3117227" cy="647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Input exam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27FA735-1BC1-CB69-E547-04AA9B840DC9}"/>
              </a:ext>
            </a:extLst>
          </p:cNvPr>
          <p:cNvSpPr/>
          <p:nvPr/>
        </p:nvSpPr>
        <p:spPr>
          <a:xfrm>
            <a:off x="8033621" y="3193958"/>
            <a:ext cx="3117227" cy="647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Input grade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AB9CDA0A-F4C3-22C5-9BFE-36A4DA8A49DE}"/>
              </a:ext>
            </a:extLst>
          </p:cNvPr>
          <p:cNvSpPr/>
          <p:nvPr/>
        </p:nvSpPr>
        <p:spPr>
          <a:xfrm>
            <a:off x="961714" y="2626658"/>
            <a:ext cx="3117227" cy="3720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/>
              <a:t>Student service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047117C-3A27-BFBC-AA87-B8FE09FF1FE5}"/>
              </a:ext>
            </a:extLst>
          </p:cNvPr>
          <p:cNvSpPr/>
          <p:nvPr/>
        </p:nvSpPr>
        <p:spPr>
          <a:xfrm>
            <a:off x="4491313" y="2626658"/>
            <a:ext cx="3117227" cy="3720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/>
              <a:t>Exam office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D0E19D41-1AFE-05C4-36DE-2821336B7884}"/>
              </a:ext>
            </a:extLst>
          </p:cNvPr>
          <p:cNvSpPr/>
          <p:nvPr/>
        </p:nvSpPr>
        <p:spPr>
          <a:xfrm>
            <a:off x="8033620" y="2626658"/>
            <a:ext cx="3117227" cy="3720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/>
              <a:t>lecturer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51922F43-7F14-277A-FC12-A03F9B2CD52C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4078941" y="3517808"/>
            <a:ext cx="4136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1D982477-44ED-4BD7-7606-F42C17E5E4EA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7609788" y="3517808"/>
            <a:ext cx="4238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F55ECB3-F9F0-E5DF-6BF7-08F5203FB16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noProof="0" dirty="0"/>
              <a:t>Dimitrios </a:t>
            </a:r>
            <a:r>
              <a:rPr lang="en-GB" noProof="0" dirty="0" err="1"/>
              <a:t>Saltsoglidis</a:t>
            </a:r>
            <a:r>
              <a:rPr lang="en-GB" noProof="0" dirty="0"/>
              <a:t>, Johannes Schmid und Philip Eßwein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59A2392-DB9F-EA0B-8F85-0BD31E9AA1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6F0A19-5835-4893-93B7-6DD29A230E47}" type="datetime1">
              <a:rPr lang="de-DE" noProof="0" smtClean="0"/>
              <a:t>19.01.2026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92618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0B0C4-B018-2ED9-2014-A21CC36CB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45529B-C2DD-B7B9-10D2-B40379D72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User roles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ECDBBDD-4255-536A-76FE-3852FB3009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12</a:t>
            </a:fld>
            <a:endParaRPr lang="en-GB" noProof="0" dirty="0"/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B834487D-CEDD-23D9-8CE7-0FF169B06C4B}"/>
              </a:ext>
            </a:extLst>
          </p:cNvPr>
          <p:cNvCxnSpPr>
            <a:cxnSpLocks/>
          </p:cNvCxnSpPr>
          <p:nvPr/>
        </p:nvCxnSpPr>
        <p:spPr>
          <a:xfrm>
            <a:off x="2187388" y="3643337"/>
            <a:ext cx="9233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hteck 25">
            <a:extLst>
              <a:ext uri="{FF2B5EF4-FFF2-40B4-BE49-F238E27FC236}">
                <a16:creationId xmlns:a16="http://schemas.microsoft.com/office/drawing/2014/main" id="{64065C77-D520-58CE-7EBB-184552AEBF0E}"/>
              </a:ext>
            </a:extLst>
          </p:cNvPr>
          <p:cNvSpPr/>
          <p:nvPr/>
        </p:nvSpPr>
        <p:spPr>
          <a:xfrm>
            <a:off x="3877236" y="3173506"/>
            <a:ext cx="1766048" cy="9345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noProof="0" dirty="0"/>
              <a:t>USER</a:t>
            </a:r>
          </a:p>
          <a:p>
            <a:r>
              <a:rPr lang="en-GB" noProof="0" dirty="0"/>
              <a:t>Kai Elser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8A68106-13F1-6F25-1807-CBB3FC3FC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189" y="3173506"/>
            <a:ext cx="623047" cy="934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hteck 26">
            <a:extLst>
              <a:ext uri="{FF2B5EF4-FFF2-40B4-BE49-F238E27FC236}">
                <a16:creationId xmlns:a16="http://schemas.microsoft.com/office/drawing/2014/main" id="{E94E7A07-866D-A31B-715C-E2B3D5A9807A}"/>
              </a:ext>
            </a:extLst>
          </p:cNvPr>
          <p:cNvSpPr/>
          <p:nvPr/>
        </p:nvSpPr>
        <p:spPr>
          <a:xfrm>
            <a:off x="3868271" y="1520735"/>
            <a:ext cx="1766048" cy="9345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noProof="0" dirty="0"/>
              <a:t>USER</a:t>
            </a:r>
          </a:p>
          <a:p>
            <a:r>
              <a:rPr lang="en-GB" noProof="0" dirty="0"/>
              <a:t>Prof. Dr. Fernandes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AF80DECF-A8AA-3B31-CAC9-55E70E816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224" y="1520733"/>
            <a:ext cx="623047" cy="934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0A2D5E2D-D2F1-355F-D153-715DB15997B6}"/>
              </a:ext>
            </a:extLst>
          </p:cNvPr>
          <p:cNvCxnSpPr>
            <a:cxnSpLocks/>
          </p:cNvCxnSpPr>
          <p:nvPr/>
        </p:nvCxnSpPr>
        <p:spPr>
          <a:xfrm>
            <a:off x="2187388" y="1986899"/>
            <a:ext cx="9233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B704A354-0C9B-4251-8B54-F4304F66FD2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noProof="0" dirty="0"/>
              <a:t>Dimitrios </a:t>
            </a:r>
            <a:r>
              <a:rPr lang="en-GB" noProof="0" dirty="0" err="1"/>
              <a:t>Saltsoglidis</a:t>
            </a:r>
            <a:r>
              <a:rPr lang="en-GB" noProof="0" dirty="0"/>
              <a:t>, Johannes Schmid und Philip Eßwein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959CC30-1B80-9CFF-5743-19C6C642E46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CD4D3DC-2597-4C1C-9085-49D1408688FE}" type="datetime1">
              <a:rPr lang="de-DE" noProof="0" smtClean="0"/>
              <a:t>19.01.2026</a:t>
            </a:fld>
            <a:endParaRPr lang="en-GB" noProof="0" dirty="0"/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C7D12BA7-4EC9-AB98-B744-41DEFCEC237F}"/>
              </a:ext>
            </a:extLst>
          </p:cNvPr>
          <p:cNvGrpSpPr/>
          <p:nvPr/>
        </p:nvGrpSpPr>
        <p:grpSpPr>
          <a:xfrm>
            <a:off x="905433" y="1473872"/>
            <a:ext cx="1389532" cy="1529305"/>
            <a:chOff x="905433" y="1473872"/>
            <a:chExt cx="1389532" cy="1529305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AD53C7E6-9C98-467B-9181-8A1923991647}"/>
                </a:ext>
              </a:extLst>
            </p:cNvPr>
            <p:cNvGrpSpPr/>
            <p:nvPr/>
          </p:nvGrpSpPr>
          <p:grpSpPr>
            <a:xfrm>
              <a:off x="905433" y="1493840"/>
              <a:ext cx="1389532" cy="1509337"/>
              <a:chOff x="905433" y="1493840"/>
              <a:chExt cx="1389532" cy="1509337"/>
            </a:xfrm>
          </p:grpSpPr>
          <p:sp>
            <p:nvSpPr>
              <p:cNvPr id="3" name="Ellipse 2">
                <a:extLst>
                  <a:ext uri="{FF2B5EF4-FFF2-40B4-BE49-F238E27FC236}">
                    <a16:creationId xmlns:a16="http://schemas.microsoft.com/office/drawing/2014/main" id="{A30A04F7-6A83-D721-0007-2A4A56700956}"/>
                  </a:ext>
                </a:extLst>
              </p:cNvPr>
              <p:cNvSpPr/>
              <p:nvPr/>
            </p:nvSpPr>
            <p:spPr>
              <a:xfrm>
                <a:off x="1107141" y="1493840"/>
                <a:ext cx="986117" cy="98611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E86DE223-E2FF-CA6D-E596-6A4B192A1196}"/>
                  </a:ext>
                </a:extLst>
              </p:cNvPr>
              <p:cNvSpPr txBox="1"/>
              <p:nvPr/>
            </p:nvSpPr>
            <p:spPr>
              <a:xfrm>
                <a:off x="905433" y="2479957"/>
                <a:ext cx="13895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noProof="0" dirty="0"/>
                  <a:t>role</a:t>
                </a:r>
              </a:p>
              <a:p>
                <a:pPr algn="ctr"/>
                <a:r>
                  <a:rPr lang="en-GB" noProof="0" dirty="0"/>
                  <a:t>(professor)</a:t>
                </a:r>
              </a:p>
            </p:txBody>
          </p:sp>
        </p:grpSp>
        <p:pic>
          <p:nvPicPr>
            <p:cNvPr id="12" name="Grafik 11" descr="Professor">
              <a:extLst>
                <a:ext uri="{FF2B5EF4-FFF2-40B4-BE49-F238E27FC236}">
                  <a16:creationId xmlns:a16="http://schemas.microsoft.com/office/drawing/2014/main" id="{7E6C4C41-85C1-B220-2B17-9C845683E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38517" y="1473872"/>
              <a:ext cx="914400" cy="914400"/>
            </a:xfrm>
            <a:prstGeom prst="rect">
              <a:avLst/>
            </a:prstGeom>
          </p:spPr>
        </p:pic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DBBA0892-151F-3DD5-2A01-626628B23139}"/>
              </a:ext>
            </a:extLst>
          </p:cNvPr>
          <p:cNvGrpSpPr/>
          <p:nvPr/>
        </p:nvGrpSpPr>
        <p:grpSpPr>
          <a:xfrm>
            <a:off x="824756" y="3115744"/>
            <a:ext cx="1550886" cy="1543871"/>
            <a:chOff x="824756" y="3115744"/>
            <a:chExt cx="1550886" cy="1543871"/>
          </a:xfrm>
        </p:grpSpPr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1279B9F6-0C93-2D6F-08CD-775735456ADA}"/>
                </a:ext>
              </a:extLst>
            </p:cNvPr>
            <p:cNvGrpSpPr/>
            <p:nvPr/>
          </p:nvGrpSpPr>
          <p:grpSpPr>
            <a:xfrm>
              <a:off x="824756" y="3150278"/>
              <a:ext cx="1550886" cy="1509337"/>
              <a:chOff x="824756" y="3065930"/>
              <a:chExt cx="1550886" cy="1509337"/>
            </a:xfrm>
          </p:grpSpPr>
          <p:sp>
            <p:nvSpPr>
              <p:cNvPr id="6" name="Ellipse 5">
                <a:extLst>
                  <a:ext uri="{FF2B5EF4-FFF2-40B4-BE49-F238E27FC236}">
                    <a16:creationId xmlns:a16="http://schemas.microsoft.com/office/drawing/2014/main" id="{5C8FC784-2CC4-DC54-DC58-71F9337815ED}"/>
                  </a:ext>
                </a:extLst>
              </p:cNvPr>
              <p:cNvSpPr/>
              <p:nvPr/>
            </p:nvSpPr>
            <p:spPr>
              <a:xfrm>
                <a:off x="1107141" y="3065930"/>
                <a:ext cx="986117" cy="98611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AE3F66DD-7CFA-4428-6062-5F4F2A3AA2D7}"/>
                  </a:ext>
                </a:extLst>
              </p:cNvPr>
              <p:cNvSpPr txBox="1"/>
              <p:nvPr/>
            </p:nvSpPr>
            <p:spPr>
              <a:xfrm>
                <a:off x="824756" y="4052047"/>
                <a:ext cx="155088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noProof="0" dirty="0"/>
                  <a:t>role</a:t>
                </a:r>
              </a:p>
              <a:p>
                <a:pPr algn="ctr"/>
                <a:r>
                  <a:rPr lang="en-GB" noProof="0" dirty="0"/>
                  <a:t>(</a:t>
                </a:r>
                <a:r>
                  <a:rPr lang="en-GB" noProof="0" dirty="0" err="1"/>
                  <a:t>admin_exam</a:t>
                </a:r>
                <a:r>
                  <a:rPr lang="en-GB" noProof="0" dirty="0"/>
                  <a:t>)</a:t>
                </a:r>
              </a:p>
            </p:txBody>
          </p:sp>
        </p:grpSp>
        <p:pic>
          <p:nvPicPr>
            <p:cNvPr id="14" name="Grafik 13" descr="Büroarbeiter">
              <a:extLst>
                <a:ext uri="{FF2B5EF4-FFF2-40B4-BE49-F238E27FC236}">
                  <a16:creationId xmlns:a16="http://schemas.microsoft.com/office/drawing/2014/main" id="{17BB3EE4-F84D-B645-95DA-5C1835D2F8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38517" y="3115744"/>
              <a:ext cx="914400" cy="914400"/>
            </a:xfrm>
            <a:prstGeom prst="rect">
              <a:avLst/>
            </a:prstGeom>
          </p:spPr>
        </p:pic>
      </p:grpSp>
      <p:sp>
        <p:nvSpPr>
          <p:cNvPr id="29" name="Rechteck 28">
            <a:extLst>
              <a:ext uri="{FF2B5EF4-FFF2-40B4-BE49-F238E27FC236}">
                <a16:creationId xmlns:a16="http://schemas.microsoft.com/office/drawing/2014/main" id="{95333C0C-9C11-1C97-E550-2BD46FB13CF6}"/>
              </a:ext>
            </a:extLst>
          </p:cNvPr>
          <p:cNvSpPr/>
          <p:nvPr/>
        </p:nvSpPr>
        <p:spPr>
          <a:xfrm>
            <a:off x="3877236" y="4833610"/>
            <a:ext cx="1766048" cy="9345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noProof="0" dirty="0"/>
              <a:t>USER</a:t>
            </a:r>
          </a:p>
          <a:p>
            <a:r>
              <a:rPr lang="en-GB" noProof="0" dirty="0"/>
              <a:t>Britta Seitz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01C544D-5E84-5F6E-0320-F2505B8D5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189" y="4833610"/>
            <a:ext cx="623047" cy="934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E21C0E89-EF8A-453F-1676-89A4AF5646D2}"/>
              </a:ext>
            </a:extLst>
          </p:cNvPr>
          <p:cNvCxnSpPr>
            <a:cxnSpLocks/>
          </p:cNvCxnSpPr>
          <p:nvPr/>
        </p:nvCxnSpPr>
        <p:spPr>
          <a:xfrm>
            <a:off x="2187388" y="5299774"/>
            <a:ext cx="9233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65FD448D-2864-F4CD-5517-426E41F7F195}"/>
              </a:ext>
            </a:extLst>
          </p:cNvPr>
          <p:cNvGrpSpPr/>
          <p:nvPr/>
        </p:nvGrpSpPr>
        <p:grpSpPr>
          <a:xfrm>
            <a:off x="824755" y="4779820"/>
            <a:ext cx="1550888" cy="1536232"/>
            <a:chOff x="824755" y="4779820"/>
            <a:chExt cx="1550888" cy="1536232"/>
          </a:xfrm>
        </p:grpSpPr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ADC11C8D-DF87-23F0-B710-B8A068A3BAF9}"/>
                </a:ext>
              </a:extLst>
            </p:cNvPr>
            <p:cNvGrpSpPr/>
            <p:nvPr/>
          </p:nvGrpSpPr>
          <p:grpSpPr>
            <a:xfrm>
              <a:off x="824755" y="4806715"/>
              <a:ext cx="1550888" cy="1509337"/>
              <a:chOff x="824755" y="4731125"/>
              <a:chExt cx="1550888" cy="1509337"/>
            </a:xfrm>
          </p:grpSpPr>
          <p:sp>
            <p:nvSpPr>
              <p:cNvPr id="9" name="Ellipse 8">
                <a:extLst>
                  <a:ext uri="{FF2B5EF4-FFF2-40B4-BE49-F238E27FC236}">
                    <a16:creationId xmlns:a16="http://schemas.microsoft.com/office/drawing/2014/main" id="{B9FBB3EB-83CB-3A22-3C7B-0699F7A83962}"/>
                  </a:ext>
                </a:extLst>
              </p:cNvPr>
              <p:cNvSpPr/>
              <p:nvPr/>
            </p:nvSpPr>
            <p:spPr>
              <a:xfrm>
                <a:off x="1107141" y="4731125"/>
                <a:ext cx="986117" cy="98611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26BA43B0-AE6E-37D8-614D-F389451E117B}"/>
                  </a:ext>
                </a:extLst>
              </p:cNvPr>
              <p:cNvSpPr txBox="1"/>
              <p:nvPr/>
            </p:nvSpPr>
            <p:spPr>
              <a:xfrm>
                <a:off x="824755" y="5717242"/>
                <a:ext cx="15508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noProof="0" dirty="0"/>
                  <a:t>role</a:t>
                </a:r>
              </a:p>
              <a:p>
                <a:pPr algn="ctr"/>
                <a:r>
                  <a:rPr lang="en-GB" noProof="0" dirty="0"/>
                  <a:t>(</a:t>
                </a:r>
                <a:r>
                  <a:rPr lang="en-GB" noProof="0" dirty="0" err="1"/>
                  <a:t>admin_student</a:t>
                </a:r>
                <a:r>
                  <a:rPr lang="en-GB" noProof="0" dirty="0"/>
                  <a:t>)</a:t>
                </a:r>
              </a:p>
            </p:txBody>
          </p:sp>
        </p:grpSp>
        <p:pic>
          <p:nvPicPr>
            <p:cNvPr id="24" name="Grafik 23" descr="Programmierer">
              <a:extLst>
                <a:ext uri="{FF2B5EF4-FFF2-40B4-BE49-F238E27FC236}">
                  <a16:creationId xmlns:a16="http://schemas.microsoft.com/office/drawing/2014/main" id="{7DFCBF04-5BDF-25DF-688B-8B221B93EEC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42999" y="4779820"/>
              <a:ext cx="914400" cy="914400"/>
            </a:xfrm>
            <a:prstGeom prst="rect">
              <a:avLst/>
            </a:prstGeom>
          </p:spPr>
        </p:pic>
      </p:grp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5A3913B1-E3A7-C3AD-EF1F-8E8368CCEE90}"/>
              </a:ext>
            </a:extLst>
          </p:cNvPr>
          <p:cNvCxnSpPr/>
          <p:nvPr/>
        </p:nvCxnSpPr>
        <p:spPr>
          <a:xfrm flipV="1">
            <a:off x="6096000" y="1473872"/>
            <a:ext cx="0" cy="4318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rafik 32">
            <a:extLst>
              <a:ext uri="{FF2B5EF4-FFF2-40B4-BE49-F238E27FC236}">
                <a16:creationId xmlns:a16="http://schemas.microsoft.com/office/drawing/2014/main" id="{9860618B-5415-421B-3EE0-1008F32691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2824" y="3895499"/>
            <a:ext cx="2123247" cy="1503967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829E9F4B-C3BF-03A9-1381-BCB2E5C0B2C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02824" y="1986899"/>
            <a:ext cx="2130259" cy="1215806"/>
          </a:xfrm>
          <a:prstGeom prst="rect">
            <a:avLst/>
          </a:prstGeom>
        </p:spPr>
      </p:pic>
      <p:pic>
        <p:nvPicPr>
          <p:cNvPr id="38" name="Grafik 37" descr="Häkchen">
            <a:extLst>
              <a:ext uri="{FF2B5EF4-FFF2-40B4-BE49-F238E27FC236}">
                <a16:creationId xmlns:a16="http://schemas.microsoft.com/office/drawing/2014/main" id="{CF916C6B-C0A6-978B-9544-2D40B91B7E5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901687" y="5222381"/>
            <a:ext cx="605384" cy="605384"/>
          </a:xfrm>
          <a:prstGeom prst="rect">
            <a:avLst/>
          </a:prstGeom>
        </p:spPr>
      </p:pic>
      <p:pic>
        <p:nvPicPr>
          <p:cNvPr id="39" name="Grafik 38" descr="Schließen">
            <a:extLst>
              <a:ext uri="{FF2B5EF4-FFF2-40B4-BE49-F238E27FC236}">
                <a16:creationId xmlns:a16="http://schemas.microsoft.com/office/drawing/2014/main" id="{989296F4-CADB-2CC6-D412-3F0F997EC4E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99554" y="2922997"/>
            <a:ext cx="580624" cy="58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173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33A7BE-E4D6-F021-3C20-9D47C317F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Folder Structure</a:t>
            </a:r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3A140451-93BF-1189-E309-AF3276702A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600994"/>
              </p:ext>
            </p:extLst>
          </p:nvPr>
        </p:nvGraphicFramePr>
        <p:xfrm>
          <a:off x="-216349" y="1027905"/>
          <a:ext cx="4142889" cy="5641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feld 9">
            <a:extLst>
              <a:ext uri="{FF2B5EF4-FFF2-40B4-BE49-F238E27FC236}">
                <a16:creationId xmlns:a16="http://schemas.microsoft.com/office/drawing/2014/main" id="{045DF432-562D-FA8F-2C7C-E1D9604A50DB}"/>
              </a:ext>
            </a:extLst>
          </p:cNvPr>
          <p:cNvSpPr txBox="1"/>
          <p:nvPr/>
        </p:nvSpPr>
        <p:spPr>
          <a:xfrm>
            <a:off x="4410634" y="3059668"/>
            <a:ext cx="5992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0" dirty="0"/>
              <a:t>Shared Initialization and Data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3011B1F-E119-A6FE-F186-034169D019F3}"/>
              </a:ext>
            </a:extLst>
          </p:cNvPr>
          <p:cNvSpPr txBox="1"/>
          <p:nvPr/>
        </p:nvSpPr>
        <p:spPr>
          <a:xfrm>
            <a:off x="4410634" y="4034131"/>
            <a:ext cx="5992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0" dirty="0"/>
              <a:t>Logic and Reactivity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9869DF2-11B6-161E-6789-1FBEE7F75D1B}"/>
              </a:ext>
            </a:extLst>
          </p:cNvPr>
          <p:cNvSpPr txBox="1"/>
          <p:nvPr/>
        </p:nvSpPr>
        <p:spPr>
          <a:xfrm>
            <a:off x="4410634" y="5008595"/>
            <a:ext cx="5992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0" dirty="0"/>
              <a:t>User Interface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1C50555-A701-F77C-2BAC-219CCF45E6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917EA17-3FBF-4057-90BF-B68DE39871F7}" type="datetime1">
              <a:rPr lang="de-DE" smtClean="0"/>
              <a:t>19.01.2026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1636B3-BAE7-C192-3903-AE24012A0F9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de-DE"/>
              <a:t>Dimitrios Saltsoglidis, Johannes Schmid und Philip Eßwein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163F23-957C-0F5C-4729-7A9446D7A0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588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93CAC1-9365-0C75-C2DB-3BDA31600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global.R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CE9FFB-01FA-779A-5E2A-8252DC672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04878" cy="4351338"/>
          </a:xfrm>
        </p:spPr>
        <p:txBody>
          <a:bodyPr/>
          <a:lstStyle/>
          <a:p>
            <a:r>
              <a:rPr lang="en-GB" noProof="0" dirty="0"/>
              <a:t>Executed once when the app starts</a:t>
            </a:r>
          </a:p>
          <a:p>
            <a:pPr lvl="1"/>
            <a:r>
              <a:rPr lang="en-GB" noProof="0" dirty="0"/>
              <a:t>Global initialization for all users</a:t>
            </a:r>
          </a:p>
          <a:p>
            <a:r>
              <a:rPr lang="en-GB" noProof="0" dirty="0"/>
              <a:t>Loads required R packages</a:t>
            </a:r>
          </a:p>
          <a:p>
            <a:pPr lvl="1"/>
            <a:r>
              <a:rPr lang="en-GB" noProof="0" dirty="0"/>
              <a:t>shiny, DBI, </a:t>
            </a:r>
            <a:r>
              <a:rPr lang="en-GB" noProof="0" dirty="0" err="1"/>
              <a:t>Rpostgres</a:t>
            </a:r>
            <a:r>
              <a:rPr lang="en-GB" noProof="0" dirty="0"/>
              <a:t>, ggplot2</a:t>
            </a:r>
          </a:p>
          <a:p>
            <a:r>
              <a:rPr lang="en-GB" noProof="0" dirty="0"/>
              <a:t>Establishes a central PostgreSQL database connection</a:t>
            </a:r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E4694524-63D8-0276-0F53-1E99EDF931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8737217"/>
              </p:ext>
            </p:extLst>
          </p:nvPr>
        </p:nvGraphicFramePr>
        <p:xfrm>
          <a:off x="7390504" y="1825624"/>
          <a:ext cx="3612179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2DB3D94-FF0E-D567-8914-37EA114EDA8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B34DF07-0BE6-4627-9FB3-20949A879F1A}" type="datetime1">
              <a:rPr lang="de-DE" smtClean="0"/>
              <a:t>19.01.2026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D111AAB-81FE-89C3-84D3-820AEBC21A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de-DE"/>
              <a:t>Dimitrios Saltsoglidis, Johannes Schmid und Philip Eßwein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A80CB03-96A2-8FF6-A71D-802515247A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smtClean="0"/>
              <a:pPr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1903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103F8-7A10-6173-DCA1-A9B041DB0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4C3259-DC3D-FAE1-8E17-8A92E7B5D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server.R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8E653E-A9E3-96B1-AFC1-D209F1F1D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04878" cy="4351338"/>
          </a:xfrm>
        </p:spPr>
        <p:txBody>
          <a:bodyPr/>
          <a:lstStyle/>
          <a:p>
            <a:r>
              <a:rPr lang="en-GB" noProof="0" dirty="0"/>
              <a:t>Processes user inputs from the UI</a:t>
            </a:r>
          </a:p>
          <a:p>
            <a:r>
              <a:rPr lang="en-GB" noProof="0" dirty="0"/>
              <a:t>Executes dynamic SQL queries</a:t>
            </a:r>
          </a:p>
          <a:p>
            <a:r>
              <a:rPr lang="en-GB" noProof="0" dirty="0"/>
              <a:t>Renders tables and plots</a:t>
            </a:r>
          </a:p>
          <a:p>
            <a:r>
              <a:rPr lang="en-GB" noProof="0" dirty="0"/>
              <a:t>Creates a separate server session for each user</a:t>
            </a:r>
          </a:p>
          <a:p>
            <a:r>
              <a:rPr lang="en-GB" noProof="0" dirty="0"/>
              <a:t>Closes the database connection when the session ends</a:t>
            </a:r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19BBD735-02CB-5814-4907-2B28208881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7951395"/>
              </p:ext>
            </p:extLst>
          </p:nvPr>
        </p:nvGraphicFramePr>
        <p:xfrm>
          <a:off x="7390504" y="1825624"/>
          <a:ext cx="3612179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51CE874-FB73-C394-4F89-704E720C35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A047185-C7A6-4D45-9541-CEFE7280F306}" type="datetime1">
              <a:rPr lang="de-DE" smtClean="0"/>
              <a:t>19.01.2026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34DDFDE-5779-73E8-EDBF-BD2DEFA9206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de-DE"/>
              <a:t>Dimitrios Saltsoglidis, Johannes Schmid und Philip Eßwein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230B9DD-8CA4-0D14-48BE-9A8F1DDC7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smtClean="0"/>
              <a:pPr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7016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CB131-42C2-68D6-1BB0-8E0526C3D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691F53-EE24-E2AA-2509-A04853E09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ui.R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933A11-1312-AAD3-F6CF-2848661A9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04878" cy="4351338"/>
          </a:xfrm>
        </p:spPr>
        <p:txBody>
          <a:bodyPr>
            <a:normAutofit/>
          </a:bodyPr>
          <a:lstStyle/>
          <a:p>
            <a:r>
              <a:rPr lang="en-GB" noProof="0" dirty="0"/>
              <a:t>Defines the complete user interface of the Shiny app</a:t>
            </a:r>
          </a:p>
          <a:p>
            <a:r>
              <a:rPr lang="en-GB" noProof="0" dirty="0"/>
              <a:t>Contains title, layout, and visual structure</a:t>
            </a:r>
          </a:p>
          <a:p>
            <a:r>
              <a:rPr lang="en-GB" noProof="0" dirty="0"/>
              <a:t>Filter bar with dropdowns for student and exam selection</a:t>
            </a:r>
          </a:p>
          <a:p>
            <a:r>
              <a:rPr lang="en-GB" noProof="0" dirty="0"/>
              <a:t>Tab navigation: Student, Exam, Statistics</a:t>
            </a:r>
          </a:p>
          <a:p>
            <a:r>
              <a:rPr lang="en-GB" noProof="0" dirty="0"/>
              <a:t>Defines output placeholders (</a:t>
            </a:r>
            <a:r>
              <a:rPr lang="en-GB" noProof="0" dirty="0" err="1"/>
              <a:t>tableOutput</a:t>
            </a:r>
            <a:r>
              <a:rPr lang="en-GB" noProof="0" dirty="0"/>
              <a:t>, </a:t>
            </a:r>
            <a:r>
              <a:rPr lang="en-GB" noProof="0" dirty="0" err="1"/>
              <a:t>plotOutput</a:t>
            </a:r>
            <a:r>
              <a:rPr lang="en-GB" noProof="0" dirty="0"/>
              <a:t>, </a:t>
            </a:r>
            <a:r>
              <a:rPr lang="en-GB" noProof="0" dirty="0" err="1"/>
              <a:t>textOutput</a:t>
            </a:r>
            <a:r>
              <a:rPr lang="en-GB" noProof="0" dirty="0"/>
              <a:t>)</a:t>
            </a:r>
          </a:p>
          <a:p>
            <a:r>
              <a:rPr lang="en-GB" noProof="0" dirty="0"/>
              <a:t>Contains no calculations and no database logic</a:t>
            </a:r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3B0FAE88-4ED9-A344-39B5-8561DB7485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3671621"/>
              </p:ext>
            </p:extLst>
          </p:nvPr>
        </p:nvGraphicFramePr>
        <p:xfrm>
          <a:off x="7390504" y="1825624"/>
          <a:ext cx="3612179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0059CCD-0AFA-0FF5-B098-5C59EA126C0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E020EF1-9ABF-4B74-9773-9B5C196266F3}" type="datetime1">
              <a:rPr lang="de-DE" smtClean="0"/>
              <a:t>19.01.2026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C1DF65C-0456-5F9B-4BEB-C92C2EAD776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de-DE"/>
              <a:t>Dimitrios Saltsoglidis, Johannes Schmid und Philip Eßwein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1A1F6A7-415B-5AF0-5B58-8B6646369F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smtClean="0"/>
              <a:pPr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5035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9BFAF-20E8-AB82-D33F-6164CA2E0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3CF632-DF87-F9F7-AA53-58B46969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Lessons learned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27AFF3-6FE3-5075-9DDC-FCF137A15F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17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3C8A5D-1080-040E-C5C4-A6DA4A114E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noProof="0" dirty="0"/>
              <a:t>Dimitrios </a:t>
            </a:r>
            <a:r>
              <a:rPr lang="en-GB" noProof="0" dirty="0" err="1"/>
              <a:t>Saltsoglidis</a:t>
            </a:r>
            <a:r>
              <a:rPr lang="en-GB" noProof="0" dirty="0"/>
              <a:t>, Johannes Schmid und Philip Eßwein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4F93550-F89E-4204-9B3A-857B067EC0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9C37793-4830-48C8-9A41-1F78621C848B}" type="datetime1">
              <a:rPr lang="de-DE" noProof="0" smtClean="0"/>
              <a:t>19.01.2026</a:t>
            </a:fld>
            <a:endParaRPr lang="en-GB" noProof="0" dirty="0"/>
          </a:p>
        </p:txBody>
      </p:sp>
      <p:pic>
        <p:nvPicPr>
          <p:cNvPr id="8" name="Grafik 7" descr="Datenbank">
            <a:extLst>
              <a:ext uri="{FF2B5EF4-FFF2-40B4-BE49-F238E27FC236}">
                <a16:creationId xmlns:a16="http://schemas.microsoft.com/office/drawing/2014/main" id="{BFE9D338-6939-305C-0830-E2B06D3C2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7405" y="1776396"/>
            <a:ext cx="914400" cy="914400"/>
          </a:xfrm>
          <a:prstGeom prst="rect">
            <a:avLst/>
          </a:prstGeom>
        </p:spPr>
      </p:pic>
      <p:pic>
        <p:nvPicPr>
          <p:cNvPr id="10" name="Grafik 9" descr="Recherche">
            <a:extLst>
              <a:ext uri="{FF2B5EF4-FFF2-40B4-BE49-F238E27FC236}">
                <a16:creationId xmlns:a16="http://schemas.microsoft.com/office/drawing/2014/main" id="{770BFF4C-88DE-F786-DCCC-9C14732F01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6470" y="3165402"/>
            <a:ext cx="914400" cy="914400"/>
          </a:xfrm>
          <a:prstGeom prst="rect">
            <a:avLst/>
          </a:prstGeom>
        </p:spPr>
      </p:pic>
      <p:pic>
        <p:nvPicPr>
          <p:cNvPr id="12" name="Grafik 11" descr="Zeitung">
            <a:extLst>
              <a:ext uri="{FF2B5EF4-FFF2-40B4-BE49-F238E27FC236}">
                <a16:creationId xmlns:a16="http://schemas.microsoft.com/office/drawing/2014/main" id="{14251D47-9724-9966-69E8-C8CCE5A74F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6938" y="4484199"/>
            <a:ext cx="914400" cy="914400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BFB57B06-1866-7A6A-61BD-DA09A3DC0F57}"/>
              </a:ext>
            </a:extLst>
          </p:cNvPr>
          <p:cNvSpPr txBox="1"/>
          <p:nvPr/>
        </p:nvSpPr>
        <p:spPr>
          <a:xfrm>
            <a:off x="1810870" y="2035159"/>
            <a:ext cx="912607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noProof="0" dirty="0"/>
              <a:t>Fixing a Database in retrospective is always harder – think thrice, act once</a:t>
            </a:r>
          </a:p>
          <a:p>
            <a:endParaRPr lang="en-GB" sz="1800" noProof="0" dirty="0"/>
          </a:p>
          <a:p>
            <a:endParaRPr lang="en-GB" sz="1800" noProof="0" dirty="0"/>
          </a:p>
          <a:p>
            <a:endParaRPr lang="en-GB" sz="1800" noProof="0" dirty="0"/>
          </a:p>
          <a:p>
            <a:endParaRPr lang="en-GB" sz="1800" noProof="0" dirty="0"/>
          </a:p>
          <a:p>
            <a:r>
              <a:rPr lang="en-GB" sz="1800" noProof="0" dirty="0"/>
              <a:t>Designing the application before programming it minimizes coding time</a:t>
            </a:r>
          </a:p>
          <a:p>
            <a:endParaRPr lang="en-GB" sz="1800" noProof="0" dirty="0"/>
          </a:p>
          <a:p>
            <a:endParaRPr lang="en-GB" sz="1800" noProof="0" dirty="0"/>
          </a:p>
          <a:p>
            <a:endParaRPr lang="en-GB" sz="1800" noProof="0" dirty="0"/>
          </a:p>
          <a:p>
            <a:endParaRPr lang="en-GB" sz="1800" noProof="0" dirty="0"/>
          </a:p>
          <a:p>
            <a:r>
              <a:rPr lang="en-GB" sz="1800" noProof="0" dirty="0"/>
              <a:t>Continuous team communication is key for a good backend-frontend relationship</a:t>
            </a:r>
          </a:p>
        </p:txBody>
      </p:sp>
    </p:spTree>
    <p:extLst>
      <p:ext uri="{BB962C8B-B14F-4D97-AF65-F5344CB8AC3E}">
        <p14:creationId xmlns:p14="http://schemas.microsoft.com/office/powerpoint/2010/main" val="1715549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DCA59699-C27A-DC97-9C69-6AEF21F8C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ochschule Aalen - News „Wir brauchen eine Anstrengungskultur“">
            <a:extLst>
              <a:ext uri="{FF2B5EF4-FFF2-40B4-BE49-F238E27FC236}">
                <a16:creationId xmlns:a16="http://schemas.microsoft.com/office/drawing/2014/main" id="{AE01C884-E856-AEBD-BFE0-9347CD40CA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0"/>
                    </a14:imgEffect>
                    <a14:imgEffect>
                      <a14:sharpenSoften amount="-100000"/>
                    </a14:imgEffect>
                    <a14:imgEffect>
                      <a14:brightnessContrast contras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lussdiagramm: Prozess 3">
            <a:extLst>
              <a:ext uri="{FF2B5EF4-FFF2-40B4-BE49-F238E27FC236}">
                <a16:creationId xmlns:a16="http://schemas.microsoft.com/office/drawing/2014/main" id="{9BB1557D-48AC-D191-B854-15995D9F3CF8}"/>
              </a:ext>
            </a:extLst>
          </p:cNvPr>
          <p:cNvSpPr/>
          <p:nvPr/>
        </p:nvSpPr>
        <p:spPr>
          <a:xfrm>
            <a:off x="4006851" y="4032250"/>
            <a:ext cx="8997950" cy="172402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Flussdiagramm: Prozess 1">
            <a:extLst>
              <a:ext uri="{FF2B5EF4-FFF2-40B4-BE49-F238E27FC236}">
                <a16:creationId xmlns:a16="http://schemas.microsoft.com/office/drawing/2014/main" id="{052A3B54-5CE9-7F70-9895-DA6A539224FA}"/>
              </a:ext>
            </a:extLst>
          </p:cNvPr>
          <p:cNvSpPr/>
          <p:nvPr/>
        </p:nvSpPr>
        <p:spPr>
          <a:xfrm>
            <a:off x="-492124" y="1774825"/>
            <a:ext cx="8997950" cy="172402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0" name="Google Shape;110;g36ab60d5c91_0_44">
            <a:extLst>
              <a:ext uri="{FF2B5EF4-FFF2-40B4-BE49-F238E27FC236}">
                <a16:creationId xmlns:a16="http://schemas.microsoft.com/office/drawing/2014/main" id="{0FEB570D-F4A6-0AAF-10F9-EF28717C1A7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64163" y="4174379"/>
            <a:ext cx="6484787" cy="1445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spcBef>
                <a:spcPts val="720"/>
              </a:spcBef>
            </a:pPr>
            <a:r>
              <a:rPr lang="en-GB" dirty="0">
                <a:solidFill>
                  <a:schemeClr val="bg1"/>
                </a:solidFill>
              </a:rPr>
              <a:t>Feel free to ask questions!</a:t>
            </a:r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8500FCC-109A-620C-7282-C3546BFA4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6264" y="1844676"/>
            <a:ext cx="6360962" cy="1584325"/>
          </a:xfrm>
        </p:spPr>
        <p:txBody>
          <a:bodyPr/>
          <a:lstStyle/>
          <a:p>
            <a:r>
              <a:rPr lang="en-GB" noProof="0" dirty="0">
                <a:solidFill>
                  <a:schemeClr val="bg1"/>
                </a:solidFill>
              </a:rPr>
              <a:t>Thank you for listening!</a:t>
            </a:r>
          </a:p>
        </p:txBody>
      </p:sp>
    </p:spTree>
    <p:extLst>
      <p:ext uri="{BB962C8B-B14F-4D97-AF65-F5344CB8AC3E}">
        <p14:creationId xmlns:p14="http://schemas.microsoft.com/office/powerpoint/2010/main" val="318311613"/>
      </p:ext>
    </p:extLst>
  </p:cSld>
  <p:clrMapOvr>
    <a:masterClrMapping/>
  </p:clrMapOvr>
</p:sld>
</file>

<file path=ppt/theme/theme1.xml><?xml version="1.0" encoding="utf-8"?>
<a:theme xmlns:a="http://schemas.openxmlformats.org/drawingml/2006/main" name="Normal">
  <a:themeElements>
    <a:clrScheme name="Normal 1">
      <a:dk1>
        <a:srgbClr val="000000"/>
      </a:dk1>
      <a:lt1>
        <a:srgbClr val="FFFFFF"/>
      </a:lt1>
      <a:dk2>
        <a:srgbClr val="B30A32"/>
      </a:dk2>
      <a:lt2>
        <a:srgbClr val="87888A"/>
      </a:lt2>
      <a:accent1>
        <a:srgbClr val="003A6C"/>
      </a:accent1>
      <a:accent2>
        <a:srgbClr val="FFE37D"/>
      </a:accent2>
      <a:accent3>
        <a:srgbClr val="FFFFFF"/>
      </a:accent3>
      <a:accent4>
        <a:srgbClr val="000000"/>
      </a:accent4>
      <a:accent5>
        <a:srgbClr val="AAAEBA"/>
      </a:accent5>
      <a:accent6>
        <a:srgbClr val="E7CE71"/>
      </a:accent6>
      <a:hlink>
        <a:srgbClr val="0068B4"/>
      </a:hlink>
      <a:folHlink>
        <a:srgbClr val="66A5D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970</Words>
  <Application>Microsoft Office PowerPoint</Application>
  <PresentationFormat>Breitbild</PresentationFormat>
  <Paragraphs>234</Paragraphs>
  <Slides>18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1" baseType="lpstr">
      <vt:lpstr>Arial</vt:lpstr>
      <vt:lpstr>Times</vt:lpstr>
      <vt:lpstr>Normal</vt:lpstr>
      <vt:lpstr>Business Analytics:  System development</vt:lpstr>
      <vt:lpstr>Agenda</vt:lpstr>
      <vt:lpstr>Starting point</vt:lpstr>
      <vt:lpstr>Backend</vt:lpstr>
      <vt:lpstr>Database Structure</vt:lpstr>
      <vt:lpstr>Numeric Data Types</vt:lpstr>
      <vt:lpstr>Tabs vs multiple windows</vt:lpstr>
      <vt:lpstr>Frontend (Tabs)</vt:lpstr>
      <vt:lpstr>Frontend (UX design)</vt:lpstr>
      <vt:lpstr>Demo</vt:lpstr>
      <vt:lpstr>User roles</vt:lpstr>
      <vt:lpstr>User roles </vt:lpstr>
      <vt:lpstr>Folder Structure</vt:lpstr>
      <vt:lpstr>global.R</vt:lpstr>
      <vt:lpstr>server.R</vt:lpstr>
      <vt:lpstr>ui.R</vt:lpstr>
      <vt:lpstr>Lessons learned</vt:lpstr>
      <vt:lpstr>Thank you for listening!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ruß</dc:creator>
  <cp:lastModifiedBy>Philip Esswein</cp:lastModifiedBy>
  <cp:revision>29</cp:revision>
  <dcterms:created xsi:type="dcterms:W3CDTF">2008-04-15T09:25:54Z</dcterms:created>
  <dcterms:modified xsi:type="dcterms:W3CDTF">2026-01-19T22:07:01Z</dcterms:modified>
</cp:coreProperties>
</file>